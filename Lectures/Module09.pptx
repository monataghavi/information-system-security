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0" r:id="rId4"/>
  </p:sldMasterIdLst>
  <p:notesMasterIdLst>
    <p:notesMasterId r:id="rId39"/>
  </p:notesMasterIdLst>
  <p:handoutMasterIdLst>
    <p:handoutMasterId r:id="rId40"/>
  </p:handoutMasterIdLst>
  <p:sldIdLst>
    <p:sldId id="265" r:id="rId5"/>
    <p:sldId id="368" r:id="rId6"/>
    <p:sldId id="1043" r:id="rId7"/>
    <p:sldId id="372" r:id="rId8"/>
    <p:sldId id="373" r:id="rId9"/>
    <p:sldId id="1040" r:id="rId10"/>
    <p:sldId id="1014" r:id="rId11"/>
    <p:sldId id="1015" r:id="rId12"/>
    <p:sldId id="1016" r:id="rId13"/>
    <p:sldId id="1017" r:id="rId14"/>
    <p:sldId id="1018" r:id="rId15"/>
    <p:sldId id="1019" r:id="rId16"/>
    <p:sldId id="1020" r:id="rId17"/>
    <p:sldId id="1023" r:id="rId18"/>
    <p:sldId id="1036" r:id="rId19"/>
    <p:sldId id="374" r:id="rId20"/>
    <p:sldId id="376" r:id="rId21"/>
    <p:sldId id="378" r:id="rId22"/>
    <p:sldId id="1041" r:id="rId23"/>
    <p:sldId id="1042" r:id="rId24"/>
    <p:sldId id="379" r:id="rId25"/>
    <p:sldId id="380" r:id="rId26"/>
    <p:sldId id="1044" r:id="rId27"/>
    <p:sldId id="1045" r:id="rId28"/>
    <p:sldId id="1046" r:id="rId29"/>
    <p:sldId id="387" r:id="rId30"/>
    <p:sldId id="388" r:id="rId31"/>
    <p:sldId id="389" r:id="rId32"/>
    <p:sldId id="1047" r:id="rId33"/>
    <p:sldId id="1048" r:id="rId34"/>
    <p:sldId id="390" r:id="rId35"/>
    <p:sldId id="391" r:id="rId36"/>
    <p:sldId id="393" r:id="rId37"/>
    <p:sldId id="392" r:id="rId38"/>
  </p:sldIdLst>
  <p:sldSz cx="12192000" cy="6858000"/>
  <p:notesSz cx="6934200" cy="9220200"/>
  <p:custDataLst>
    <p:tags r:id="rId41"/>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cademic Tablet" initials="AT" lastIdx="1" clrIdx="0"/>
  <p:cmAuthor id="1" name="Clarity" initials="CL" lastIdx="1" clrIdx="1"/>
  <p:cmAuthor id="2" name="Instructional Designer" initials="ID" lastIdx="11" clrIdx="2">
    <p:extLst>
      <p:ext uri="{19B8F6BF-5375-455C-9EA6-DF929625EA0E}">
        <p15:presenceInfo xmlns:p15="http://schemas.microsoft.com/office/powerpoint/2012/main" userId="S-1-5-21-2570627339-595396017-2782738742-11118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91C8D7"/>
    <a:srgbClr val="ED1B2F"/>
    <a:srgbClr val="8C8C8C"/>
    <a:srgbClr val="E43029"/>
    <a:srgbClr val="FF0000"/>
    <a:srgbClr val="698335"/>
    <a:srgbClr val="DFF1CB"/>
    <a:srgbClr val="EF5F5F"/>
    <a:srgbClr val="E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6792" autoAdjust="0"/>
  </p:normalViewPr>
  <p:slideViewPr>
    <p:cSldViewPr>
      <p:cViewPr varScale="1">
        <p:scale>
          <a:sx n="68" d="100"/>
          <a:sy n="68" d="100"/>
        </p:scale>
        <p:origin x="977" y="3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1" d="100"/>
          <a:sy n="51" d="100"/>
        </p:scale>
        <p:origin x="1632" y="24"/>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a Taghavi" userId="cdd0f8e6-fa0c-4861-85ac-fabaa218fd0b" providerId="ADAL" clId="{1DAD61B1-63E8-4F9C-A20C-3222FDDA847A}"/>
    <pc:docChg chg="undo custSel addSld delSld modSld">
      <pc:chgData name="Mona Taghavi" userId="cdd0f8e6-fa0c-4861-85ac-fabaa218fd0b" providerId="ADAL" clId="{1DAD61B1-63E8-4F9C-A20C-3222FDDA847A}" dt="2024-11-07T07:06:02.956" v="630" actId="20577"/>
      <pc:docMkLst>
        <pc:docMk/>
      </pc:docMkLst>
      <pc:sldChg chg="modSp">
        <pc:chgData name="Mona Taghavi" userId="cdd0f8e6-fa0c-4861-85ac-fabaa218fd0b" providerId="ADAL" clId="{1DAD61B1-63E8-4F9C-A20C-3222FDDA847A}" dt="2024-10-30T03:27:26.723" v="11" actId="20577"/>
        <pc:sldMkLst>
          <pc:docMk/>
          <pc:sldMk cId="2086746270" sldId="265"/>
        </pc:sldMkLst>
        <pc:spChg chg="mod">
          <ac:chgData name="Mona Taghavi" userId="cdd0f8e6-fa0c-4861-85ac-fabaa218fd0b" providerId="ADAL" clId="{1DAD61B1-63E8-4F9C-A20C-3222FDDA847A}" dt="2024-10-30T03:27:26.723" v="11" actId="20577"/>
          <ac:spMkLst>
            <pc:docMk/>
            <pc:sldMk cId="2086746270" sldId="265"/>
            <ac:spMk id="2" creationId="{00000000-0000-0000-0000-000000000000}"/>
          </ac:spMkLst>
        </pc:spChg>
      </pc:sldChg>
      <pc:sldChg chg="modSp">
        <pc:chgData name="Mona Taghavi" userId="cdd0f8e6-fa0c-4861-85ac-fabaa218fd0b" providerId="ADAL" clId="{1DAD61B1-63E8-4F9C-A20C-3222FDDA847A}" dt="2024-10-30T03:33:08.834" v="48" actId="20577"/>
        <pc:sldMkLst>
          <pc:docMk/>
          <pc:sldMk cId="4290717591" sldId="368"/>
        </pc:sldMkLst>
        <pc:spChg chg="mod">
          <ac:chgData name="Mona Taghavi" userId="cdd0f8e6-fa0c-4861-85ac-fabaa218fd0b" providerId="ADAL" clId="{1DAD61B1-63E8-4F9C-A20C-3222FDDA847A}" dt="2024-10-30T03:33:08.834" v="48" actId="20577"/>
          <ac:spMkLst>
            <pc:docMk/>
            <pc:sldMk cId="4290717591" sldId="368"/>
            <ac:spMk id="3" creationId="{00000000-0000-0000-0000-000000000000}"/>
          </ac:spMkLst>
        </pc:spChg>
      </pc:sldChg>
      <pc:sldChg chg="modNotesTx">
        <pc:chgData name="Mona Taghavi" userId="cdd0f8e6-fa0c-4861-85ac-fabaa218fd0b" providerId="ADAL" clId="{1DAD61B1-63E8-4F9C-A20C-3222FDDA847A}" dt="2024-11-07T07:04:31.122" v="623" actId="6549"/>
        <pc:sldMkLst>
          <pc:docMk/>
          <pc:sldMk cId="702738242" sldId="374"/>
        </pc:sldMkLst>
      </pc:sldChg>
      <pc:sldChg chg="modSp modNotesTx">
        <pc:chgData name="Mona Taghavi" userId="cdd0f8e6-fa0c-4861-85ac-fabaa218fd0b" providerId="ADAL" clId="{1DAD61B1-63E8-4F9C-A20C-3222FDDA847A}" dt="2024-11-07T07:04:42.765" v="624" actId="20577"/>
        <pc:sldMkLst>
          <pc:docMk/>
          <pc:sldMk cId="4256324176" sldId="376"/>
        </pc:sldMkLst>
        <pc:spChg chg="mod">
          <ac:chgData name="Mona Taghavi" userId="cdd0f8e6-fa0c-4861-85ac-fabaa218fd0b" providerId="ADAL" clId="{1DAD61B1-63E8-4F9C-A20C-3222FDDA847A}" dt="2024-10-31T12:46:21.302" v="154" actId="20577"/>
          <ac:spMkLst>
            <pc:docMk/>
            <pc:sldMk cId="4256324176" sldId="376"/>
            <ac:spMk id="3" creationId="{00000000-0000-0000-0000-000000000000}"/>
          </ac:spMkLst>
        </pc:spChg>
      </pc:sldChg>
      <pc:sldChg chg="modSp modNotesTx">
        <pc:chgData name="Mona Taghavi" userId="cdd0f8e6-fa0c-4861-85ac-fabaa218fd0b" providerId="ADAL" clId="{1DAD61B1-63E8-4F9C-A20C-3222FDDA847A}" dt="2024-11-07T07:04:48.835" v="625" actId="20577"/>
        <pc:sldMkLst>
          <pc:docMk/>
          <pc:sldMk cId="2203066108" sldId="378"/>
        </pc:sldMkLst>
        <pc:spChg chg="mod">
          <ac:chgData name="Mona Taghavi" userId="cdd0f8e6-fa0c-4861-85ac-fabaa218fd0b" providerId="ADAL" clId="{1DAD61B1-63E8-4F9C-A20C-3222FDDA847A}" dt="2024-10-30T06:15:00.281" v="75" actId="20577"/>
          <ac:spMkLst>
            <pc:docMk/>
            <pc:sldMk cId="2203066108" sldId="378"/>
            <ac:spMk id="3" creationId="{00000000-0000-0000-0000-000000000000}"/>
          </ac:spMkLst>
        </pc:spChg>
      </pc:sldChg>
      <pc:sldChg chg="modNotesTx">
        <pc:chgData name="Mona Taghavi" userId="cdd0f8e6-fa0c-4861-85ac-fabaa218fd0b" providerId="ADAL" clId="{1DAD61B1-63E8-4F9C-A20C-3222FDDA847A}" dt="2024-11-07T07:05:57.568" v="629" actId="20577"/>
        <pc:sldMkLst>
          <pc:docMk/>
          <pc:sldMk cId="2888906342" sldId="387"/>
        </pc:sldMkLst>
      </pc:sldChg>
      <pc:sldChg chg="modSp">
        <pc:chgData name="Mona Taghavi" userId="cdd0f8e6-fa0c-4861-85ac-fabaa218fd0b" providerId="ADAL" clId="{1DAD61B1-63E8-4F9C-A20C-3222FDDA847A}" dt="2024-11-07T05:19:24.825" v="603" actId="27636"/>
        <pc:sldMkLst>
          <pc:docMk/>
          <pc:sldMk cId="3557741450" sldId="392"/>
        </pc:sldMkLst>
        <pc:spChg chg="mod">
          <ac:chgData name="Mona Taghavi" userId="cdd0f8e6-fa0c-4861-85ac-fabaa218fd0b" providerId="ADAL" clId="{1DAD61B1-63E8-4F9C-A20C-3222FDDA847A}" dt="2024-11-07T05:19:24.825" v="603" actId="27636"/>
          <ac:spMkLst>
            <pc:docMk/>
            <pc:sldMk cId="3557741450" sldId="392"/>
            <ac:spMk id="3" creationId="{00000000-0000-0000-0000-000000000000}"/>
          </ac:spMkLst>
        </pc:spChg>
      </pc:sldChg>
      <pc:sldChg chg="modNotesTx">
        <pc:chgData name="Mona Taghavi" userId="cdd0f8e6-fa0c-4861-85ac-fabaa218fd0b" providerId="ADAL" clId="{1DAD61B1-63E8-4F9C-A20C-3222FDDA847A}" dt="2024-11-07T07:04:16.581" v="622" actId="20577"/>
        <pc:sldMkLst>
          <pc:docMk/>
          <pc:sldMk cId="0" sldId="1014"/>
        </pc:sldMkLst>
      </pc:sldChg>
      <pc:sldChg chg="modSp">
        <pc:chgData name="Mona Taghavi" userId="cdd0f8e6-fa0c-4861-85ac-fabaa218fd0b" providerId="ADAL" clId="{1DAD61B1-63E8-4F9C-A20C-3222FDDA847A}" dt="2024-10-30T03:34:22.769" v="54" actId="27636"/>
        <pc:sldMkLst>
          <pc:docMk/>
          <pc:sldMk cId="0" sldId="1016"/>
        </pc:sldMkLst>
        <pc:spChg chg="mod">
          <ac:chgData name="Mona Taghavi" userId="cdd0f8e6-fa0c-4861-85ac-fabaa218fd0b" providerId="ADAL" clId="{1DAD61B1-63E8-4F9C-A20C-3222FDDA847A}" dt="2024-10-30T03:34:22.769" v="54" actId="27636"/>
          <ac:spMkLst>
            <pc:docMk/>
            <pc:sldMk cId="0" sldId="1016"/>
            <ac:spMk id="38915" creationId="{69D3D62C-46A8-4BD2-980F-A4854B9C41E5}"/>
          </ac:spMkLst>
        </pc:spChg>
      </pc:sldChg>
      <pc:sldChg chg="modSp">
        <pc:chgData name="Mona Taghavi" userId="cdd0f8e6-fa0c-4861-85ac-fabaa218fd0b" providerId="ADAL" clId="{1DAD61B1-63E8-4F9C-A20C-3222FDDA847A}" dt="2024-10-30T03:36:13.538" v="68" actId="1076"/>
        <pc:sldMkLst>
          <pc:docMk/>
          <pc:sldMk cId="0" sldId="1019"/>
        </pc:sldMkLst>
        <pc:spChg chg="mod">
          <ac:chgData name="Mona Taghavi" userId="cdd0f8e6-fa0c-4861-85ac-fabaa218fd0b" providerId="ADAL" clId="{1DAD61B1-63E8-4F9C-A20C-3222FDDA847A}" dt="2024-10-30T03:36:09.144" v="67" actId="1076"/>
          <ac:spMkLst>
            <pc:docMk/>
            <pc:sldMk cId="0" sldId="1019"/>
            <ac:spMk id="14" creationId="{DFE91D3B-ABD8-4A6D-AB0A-86FF72A4DC94}"/>
          </ac:spMkLst>
        </pc:spChg>
        <pc:spChg chg="mod">
          <ac:chgData name="Mona Taghavi" userId="cdd0f8e6-fa0c-4861-85ac-fabaa218fd0b" providerId="ADAL" clId="{1DAD61B1-63E8-4F9C-A20C-3222FDDA847A}" dt="2024-10-30T03:36:13.538" v="68" actId="1076"/>
          <ac:spMkLst>
            <pc:docMk/>
            <pc:sldMk cId="0" sldId="1019"/>
            <ac:spMk id="15" creationId="{174FCDDE-AF6B-41A0-83FB-BFF5B320F78A}"/>
          </ac:spMkLst>
        </pc:spChg>
      </pc:sldChg>
      <pc:sldChg chg="modSp">
        <pc:chgData name="Mona Taghavi" userId="cdd0f8e6-fa0c-4861-85ac-fabaa218fd0b" providerId="ADAL" clId="{1DAD61B1-63E8-4F9C-A20C-3222FDDA847A}" dt="2024-10-30T03:35:17.260" v="62" actId="1076"/>
        <pc:sldMkLst>
          <pc:docMk/>
          <pc:sldMk cId="0" sldId="1023"/>
        </pc:sldMkLst>
        <pc:spChg chg="mod">
          <ac:chgData name="Mona Taghavi" userId="cdd0f8e6-fa0c-4861-85ac-fabaa218fd0b" providerId="ADAL" clId="{1DAD61B1-63E8-4F9C-A20C-3222FDDA847A}" dt="2024-10-30T03:34:47.498" v="60" actId="14100"/>
          <ac:spMkLst>
            <pc:docMk/>
            <pc:sldMk cId="0" sldId="1023"/>
            <ac:spMk id="46083" creationId="{30CF9BE1-55EB-4647-88EE-85ECA40B7930}"/>
          </ac:spMkLst>
        </pc:spChg>
        <pc:spChg chg="mod">
          <ac:chgData name="Mona Taghavi" userId="cdd0f8e6-fa0c-4861-85ac-fabaa218fd0b" providerId="ADAL" clId="{1DAD61B1-63E8-4F9C-A20C-3222FDDA847A}" dt="2024-10-30T03:35:17.260" v="62" actId="1076"/>
          <ac:spMkLst>
            <pc:docMk/>
            <pc:sldMk cId="0" sldId="1023"/>
            <ac:spMk id="46084" creationId="{8123C541-FAF0-4FE5-AE9E-892B252FF58C}"/>
          </ac:spMkLst>
        </pc:spChg>
      </pc:sldChg>
      <pc:sldChg chg="modSp">
        <pc:chgData name="Mona Taghavi" userId="cdd0f8e6-fa0c-4861-85ac-fabaa218fd0b" providerId="ADAL" clId="{1DAD61B1-63E8-4F9C-A20C-3222FDDA847A}" dt="2024-10-30T03:34:58.565" v="61" actId="1076"/>
        <pc:sldMkLst>
          <pc:docMk/>
          <pc:sldMk cId="0" sldId="1036"/>
        </pc:sldMkLst>
        <pc:spChg chg="mod">
          <ac:chgData name="Mona Taghavi" userId="cdd0f8e6-fa0c-4861-85ac-fabaa218fd0b" providerId="ADAL" clId="{1DAD61B1-63E8-4F9C-A20C-3222FDDA847A}" dt="2024-10-30T03:34:58.565" v="61" actId="1076"/>
          <ac:spMkLst>
            <pc:docMk/>
            <pc:sldMk cId="0" sldId="1036"/>
            <ac:spMk id="52227" creationId="{9D280EFB-6BBF-450B-A3CE-6171CC5E89CB}"/>
          </ac:spMkLst>
        </pc:spChg>
      </pc:sldChg>
      <pc:sldChg chg="modSp add">
        <pc:chgData name="Mona Taghavi" userId="cdd0f8e6-fa0c-4861-85ac-fabaa218fd0b" providerId="ADAL" clId="{1DAD61B1-63E8-4F9C-A20C-3222FDDA847A}" dt="2024-10-30T06:30:57.944" v="107" actId="20577"/>
        <pc:sldMkLst>
          <pc:docMk/>
          <pc:sldMk cId="3652052902" sldId="1041"/>
        </pc:sldMkLst>
        <pc:spChg chg="mod">
          <ac:chgData name="Mona Taghavi" userId="cdd0f8e6-fa0c-4861-85ac-fabaa218fd0b" providerId="ADAL" clId="{1DAD61B1-63E8-4F9C-A20C-3222FDDA847A}" dt="2024-10-30T06:29:04.350" v="86"/>
          <ac:spMkLst>
            <pc:docMk/>
            <pc:sldMk cId="3652052902" sldId="1041"/>
            <ac:spMk id="2" creationId="{07AF9BDC-9722-490F-AF1A-2D3A94AFC964}"/>
          </ac:spMkLst>
        </pc:spChg>
        <pc:spChg chg="mod">
          <ac:chgData name="Mona Taghavi" userId="cdd0f8e6-fa0c-4861-85ac-fabaa218fd0b" providerId="ADAL" clId="{1DAD61B1-63E8-4F9C-A20C-3222FDDA847A}" dt="2024-10-30T06:30:57.944" v="107" actId="20577"/>
          <ac:spMkLst>
            <pc:docMk/>
            <pc:sldMk cId="3652052902" sldId="1041"/>
            <ac:spMk id="3" creationId="{72C7115B-43E4-45B7-B67E-70A53E066483}"/>
          </ac:spMkLst>
        </pc:spChg>
      </pc:sldChg>
      <pc:sldChg chg="modSp add modNotesTx">
        <pc:chgData name="Mona Taghavi" userId="cdd0f8e6-fa0c-4861-85ac-fabaa218fd0b" providerId="ADAL" clId="{1DAD61B1-63E8-4F9C-A20C-3222FDDA847A}" dt="2024-11-07T07:05:05.413" v="626" actId="20577"/>
        <pc:sldMkLst>
          <pc:docMk/>
          <pc:sldMk cId="858286135" sldId="1042"/>
        </pc:sldMkLst>
        <pc:spChg chg="mod">
          <ac:chgData name="Mona Taghavi" userId="cdd0f8e6-fa0c-4861-85ac-fabaa218fd0b" providerId="ADAL" clId="{1DAD61B1-63E8-4F9C-A20C-3222FDDA847A}" dt="2024-10-30T06:34:19.863" v="140" actId="403"/>
          <ac:spMkLst>
            <pc:docMk/>
            <pc:sldMk cId="858286135" sldId="1042"/>
            <ac:spMk id="3" creationId="{72C7115B-43E4-45B7-B67E-70A53E066483}"/>
          </ac:spMkLst>
        </pc:spChg>
      </pc:sldChg>
      <pc:sldChg chg="addSp delSp modSp add">
        <pc:chgData name="Mona Taghavi" userId="cdd0f8e6-fa0c-4861-85ac-fabaa218fd0b" providerId="ADAL" clId="{1DAD61B1-63E8-4F9C-A20C-3222FDDA847A}" dt="2024-10-31T05:59:34.785" v="147" actId="20577"/>
        <pc:sldMkLst>
          <pc:docMk/>
          <pc:sldMk cId="2073143740" sldId="1043"/>
        </pc:sldMkLst>
        <pc:spChg chg="del">
          <ac:chgData name="Mona Taghavi" userId="cdd0f8e6-fa0c-4861-85ac-fabaa218fd0b" providerId="ADAL" clId="{1DAD61B1-63E8-4F9C-A20C-3222FDDA847A}" dt="2024-10-31T05:59:28.131" v="143"/>
          <ac:spMkLst>
            <pc:docMk/>
            <pc:sldMk cId="2073143740" sldId="1043"/>
            <ac:spMk id="2" creationId="{4D78BF79-9A53-4348-AE16-FEF982D79D56}"/>
          </ac:spMkLst>
        </pc:spChg>
        <pc:spChg chg="mod">
          <ac:chgData name="Mona Taghavi" userId="cdd0f8e6-fa0c-4861-85ac-fabaa218fd0b" providerId="ADAL" clId="{1DAD61B1-63E8-4F9C-A20C-3222FDDA847A}" dt="2024-10-31T05:59:34.785" v="147" actId="20577"/>
          <ac:spMkLst>
            <pc:docMk/>
            <pc:sldMk cId="2073143740" sldId="1043"/>
            <ac:spMk id="3" creationId="{1F66E96C-6E40-49E0-985B-9E00CEE0BB09}"/>
          </ac:spMkLst>
        </pc:spChg>
        <pc:picChg chg="add">
          <ac:chgData name="Mona Taghavi" userId="cdd0f8e6-fa0c-4861-85ac-fabaa218fd0b" providerId="ADAL" clId="{1DAD61B1-63E8-4F9C-A20C-3222FDDA847A}" dt="2024-10-31T05:59:28.131" v="143"/>
          <ac:picMkLst>
            <pc:docMk/>
            <pc:sldMk cId="2073143740" sldId="1043"/>
            <ac:picMk id="1026" creationId="{5B21566D-B11A-4E71-A1C9-7322F60B38B1}"/>
          </ac:picMkLst>
        </pc:picChg>
      </pc:sldChg>
      <pc:sldChg chg="modSp add modNotesTx">
        <pc:chgData name="Mona Taghavi" userId="cdd0f8e6-fa0c-4861-85ac-fabaa218fd0b" providerId="ADAL" clId="{1DAD61B1-63E8-4F9C-A20C-3222FDDA847A}" dt="2024-11-07T07:05:17.247" v="627" actId="20577"/>
        <pc:sldMkLst>
          <pc:docMk/>
          <pc:sldMk cId="1462609409" sldId="1044"/>
        </pc:sldMkLst>
        <pc:spChg chg="mod">
          <ac:chgData name="Mona Taghavi" userId="cdd0f8e6-fa0c-4861-85ac-fabaa218fd0b" providerId="ADAL" clId="{1DAD61B1-63E8-4F9C-A20C-3222FDDA847A}" dt="2024-11-06T23:19:19.827" v="176" actId="20577"/>
          <ac:spMkLst>
            <pc:docMk/>
            <pc:sldMk cId="1462609409" sldId="1044"/>
            <ac:spMk id="2" creationId="{48CC3925-7F7D-4AEC-88E5-3847072F0AE6}"/>
          </ac:spMkLst>
        </pc:spChg>
        <pc:spChg chg="mod">
          <ac:chgData name="Mona Taghavi" userId="cdd0f8e6-fa0c-4861-85ac-fabaa218fd0b" providerId="ADAL" clId="{1DAD61B1-63E8-4F9C-A20C-3222FDDA847A}" dt="2024-11-06T23:21:19.225" v="314" actId="20577"/>
          <ac:spMkLst>
            <pc:docMk/>
            <pc:sldMk cId="1462609409" sldId="1044"/>
            <ac:spMk id="3" creationId="{E319FF59-F9FB-4C21-8079-B23E37E100DC}"/>
          </ac:spMkLst>
        </pc:spChg>
      </pc:sldChg>
      <pc:sldChg chg="addSp delSp modSp add">
        <pc:chgData name="Mona Taghavi" userId="cdd0f8e6-fa0c-4861-85ac-fabaa218fd0b" providerId="ADAL" clId="{1DAD61B1-63E8-4F9C-A20C-3222FDDA847A}" dt="2024-11-07T00:06:24.275" v="498" actId="20577"/>
        <pc:sldMkLst>
          <pc:docMk/>
          <pc:sldMk cId="2230745617" sldId="1045"/>
        </pc:sldMkLst>
        <pc:spChg chg="mod">
          <ac:chgData name="Mona Taghavi" userId="cdd0f8e6-fa0c-4861-85ac-fabaa218fd0b" providerId="ADAL" clId="{1DAD61B1-63E8-4F9C-A20C-3222FDDA847A}" dt="2024-11-07T00:06:24.275" v="498" actId="20577"/>
          <ac:spMkLst>
            <pc:docMk/>
            <pc:sldMk cId="2230745617" sldId="1045"/>
            <ac:spMk id="2" creationId="{B63C523F-6961-40DD-8A74-B20BD02E7D98}"/>
          </ac:spMkLst>
        </pc:spChg>
        <pc:spChg chg="del">
          <ac:chgData name="Mona Taghavi" userId="cdd0f8e6-fa0c-4861-85ac-fabaa218fd0b" providerId="ADAL" clId="{1DAD61B1-63E8-4F9C-A20C-3222FDDA847A}" dt="2024-11-07T00:02:53.713" v="473"/>
          <ac:spMkLst>
            <pc:docMk/>
            <pc:sldMk cId="2230745617" sldId="1045"/>
            <ac:spMk id="3" creationId="{6DCD043A-586E-47FA-8E3F-5618ADC6D376}"/>
          </ac:spMkLst>
        </pc:spChg>
        <pc:picChg chg="add mod">
          <ac:chgData name="Mona Taghavi" userId="cdd0f8e6-fa0c-4861-85ac-fabaa218fd0b" providerId="ADAL" clId="{1DAD61B1-63E8-4F9C-A20C-3222FDDA847A}" dt="2024-11-07T00:03:34.713" v="479" actId="1076"/>
          <ac:picMkLst>
            <pc:docMk/>
            <pc:sldMk cId="2230745617" sldId="1045"/>
            <ac:picMk id="5" creationId="{BF01399D-C547-498F-AE2C-767F066C0B90}"/>
          </ac:picMkLst>
        </pc:picChg>
        <pc:picChg chg="add mod">
          <ac:chgData name="Mona Taghavi" userId="cdd0f8e6-fa0c-4861-85ac-fabaa218fd0b" providerId="ADAL" clId="{1DAD61B1-63E8-4F9C-A20C-3222FDDA847A}" dt="2024-11-07T00:03:31.037" v="478" actId="14100"/>
          <ac:picMkLst>
            <pc:docMk/>
            <pc:sldMk cId="2230745617" sldId="1045"/>
            <ac:picMk id="6" creationId="{E3F0135B-E530-4FD2-98E7-C956299F44A3}"/>
          </ac:picMkLst>
        </pc:picChg>
      </pc:sldChg>
      <pc:sldChg chg="addSp delSp modSp add modNotesTx">
        <pc:chgData name="Mona Taghavi" userId="cdd0f8e6-fa0c-4861-85ac-fabaa218fd0b" providerId="ADAL" clId="{1DAD61B1-63E8-4F9C-A20C-3222FDDA847A}" dt="2024-11-07T07:06:02.956" v="630" actId="20577"/>
        <pc:sldMkLst>
          <pc:docMk/>
          <pc:sldMk cId="3775868651" sldId="1046"/>
        </pc:sldMkLst>
        <pc:spChg chg="mod">
          <ac:chgData name="Mona Taghavi" userId="cdd0f8e6-fa0c-4861-85ac-fabaa218fd0b" providerId="ADAL" clId="{1DAD61B1-63E8-4F9C-A20C-3222FDDA847A}" dt="2024-11-07T00:11:32.416" v="521" actId="20577"/>
          <ac:spMkLst>
            <pc:docMk/>
            <pc:sldMk cId="3775868651" sldId="1046"/>
            <ac:spMk id="2" creationId="{B63C523F-6961-40DD-8A74-B20BD02E7D98}"/>
          </ac:spMkLst>
        </pc:spChg>
        <pc:spChg chg="add del mod">
          <ac:chgData name="Mona Taghavi" userId="cdd0f8e6-fa0c-4861-85ac-fabaa218fd0b" providerId="ADAL" clId="{1DAD61B1-63E8-4F9C-A20C-3222FDDA847A}" dt="2024-11-07T00:10:51.532" v="503"/>
          <ac:spMkLst>
            <pc:docMk/>
            <pc:sldMk cId="3775868651" sldId="1046"/>
            <ac:spMk id="7" creationId="{6ABB49F2-3923-476D-81B8-89EA4878D0A3}"/>
          </ac:spMkLst>
        </pc:spChg>
        <pc:picChg chg="del">
          <ac:chgData name="Mona Taghavi" userId="cdd0f8e6-fa0c-4861-85ac-fabaa218fd0b" providerId="ADAL" clId="{1DAD61B1-63E8-4F9C-A20C-3222FDDA847A}" dt="2024-11-07T00:10:42.387" v="500" actId="478"/>
          <ac:picMkLst>
            <pc:docMk/>
            <pc:sldMk cId="3775868651" sldId="1046"/>
            <ac:picMk id="5" creationId="{BF01399D-C547-498F-AE2C-767F066C0B90}"/>
          </ac:picMkLst>
        </pc:picChg>
        <pc:picChg chg="del">
          <ac:chgData name="Mona Taghavi" userId="cdd0f8e6-fa0c-4861-85ac-fabaa218fd0b" providerId="ADAL" clId="{1DAD61B1-63E8-4F9C-A20C-3222FDDA847A}" dt="2024-11-07T00:10:54.653" v="504" actId="478"/>
          <ac:picMkLst>
            <pc:docMk/>
            <pc:sldMk cId="3775868651" sldId="1046"/>
            <ac:picMk id="6" creationId="{E3F0135B-E530-4FD2-98E7-C956299F44A3}"/>
          </ac:picMkLst>
        </pc:picChg>
        <pc:picChg chg="add del">
          <ac:chgData name="Mona Taghavi" userId="cdd0f8e6-fa0c-4861-85ac-fabaa218fd0b" providerId="ADAL" clId="{1DAD61B1-63E8-4F9C-A20C-3222FDDA847A}" dt="2024-11-07T00:10:46.854" v="502" actId="478"/>
          <ac:picMkLst>
            <pc:docMk/>
            <pc:sldMk cId="3775868651" sldId="1046"/>
            <ac:picMk id="8" creationId="{A0EA2247-4A27-4CC6-99E6-5E6BA39124A7}"/>
          </ac:picMkLst>
        </pc:picChg>
        <pc:picChg chg="add mod">
          <ac:chgData name="Mona Taghavi" userId="cdd0f8e6-fa0c-4861-85ac-fabaa218fd0b" providerId="ADAL" clId="{1DAD61B1-63E8-4F9C-A20C-3222FDDA847A}" dt="2024-11-07T00:11:03.301" v="506" actId="1076"/>
          <ac:picMkLst>
            <pc:docMk/>
            <pc:sldMk cId="3775868651" sldId="1046"/>
            <ac:picMk id="9" creationId="{334E073E-1350-4B1E-A920-87207D4AC833}"/>
          </ac:picMkLst>
        </pc:picChg>
      </pc:sldChg>
      <pc:sldChg chg="addSp delSp modSp add modNotesTx">
        <pc:chgData name="Mona Taghavi" userId="cdd0f8e6-fa0c-4861-85ac-fabaa218fd0b" providerId="ADAL" clId="{1DAD61B1-63E8-4F9C-A20C-3222FDDA847A}" dt="2024-11-07T07:05:38.316" v="628" actId="20577"/>
        <pc:sldMkLst>
          <pc:docMk/>
          <pc:sldMk cId="1980962837" sldId="1047"/>
        </pc:sldMkLst>
        <pc:spChg chg="mod">
          <ac:chgData name="Mona Taghavi" userId="cdd0f8e6-fa0c-4861-85ac-fabaa218fd0b" providerId="ADAL" clId="{1DAD61B1-63E8-4F9C-A20C-3222FDDA847A}" dt="2024-11-07T01:17:04.872" v="600" actId="20577"/>
          <ac:spMkLst>
            <pc:docMk/>
            <pc:sldMk cId="1980962837" sldId="1047"/>
            <ac:spMk id="2" creationId="{57399FE7-AE0D-44F5-8A8C-58E126A808AA}"/>
          </ac:spMkLst>
        </pc:spChg>
        <pc:spChg chg="del">
          <ac:chgData name="Mona Taghavi" userId="cdd0f8e6-fa0c-4861-85ac-fabaa218fd0b" providerId="ADAL" clId="{1DAD61B1-63E8-4F9C-A20C-3222FDDA847A}" dt="2024-11-07T01:18:11.327" v="601"/>
          <ac:spMkLst>
            <pc:docMk/>
            <pc:sldMk cId="1980962837" sldId="1047"/>
            <ac:spMk id="3" creationId="{F8176F38-9AC2-4667-9700-3AE7BD3AAA18}"/>
          </ac:spMkLst>
        </pc:spChg>
        <pc:picChg chg="add mod">
          <ac:chgData name="Mona Taghavi" userId="cdd0f8e6-fa0c-4861-85ac-fabaa218fd0b" providerId="ADAL" clId="{1DAD61B1-63E8-4F9C-A20C-3222FDDA847A}" dt="2024-11-07T01:18:11.327" v="601"/>
          <ac:picMkLst>
            <pc:docMk/>
            <pc:sldMk cId="1980962837" sldId="1047"/>
            <ac:picMk id="5" creationId="{4E3B0018-DE7B-4A43-AF35-E4F8BF83C8E3}"/>
          </ac:picMkLst>
        </pc:picChg>
      </pc:sldChg>
      <pc:sldChg chg="addSp delSp modSp add">
        <pc:chgData name="Mona Taghavi" userId="cdd0f8e6-fa0c-4861-85ac-fabaa218fd0b" providerId="ADAL" clId="{1DAD61B1-63E8-4F9C-A20C-3222FDDA847A}" dt="2024-11-07T05:48:16.402" v="621"/>
        <pc:sldMkLst>
          <pc:docMk/>
          <pc:sldMk cId="3080922556" sldId="1048"/>
        </pc:sldMkLst>
        <pc:spChg chg="mod">
          <ac:chgData name="Mona Taghavi" userId="cdd0f8e6-fa0c-4861-85ac-fabaa218fd0b" providerId="ADAL" clId="{1DAD61B1-63E8-4F9C-A20C-3222FDDA847A}" dt="2024-11-07T05:48:13.257" v="620" actId="20577"/>
          <ac:spMkLst>
            <pc:docMk/>
            <pc:sldMk cId="3080922556" sldId="1048"/>
            <ac:spMk id="2" creationId="{142589A1-1BAC-4170-80C0-2D74C656D9A0}"/>
          </ac:spMkLst>
        </pc:spChg>
        <pc:spChg chg="del">
          <ac:chgData name="Mona Taghavi" userId="cdd0f8e6-fa0c-4861-85ac-fabaa218fd0b" providerId="ADAL" clId="{1DAD61B1-63E8-4F9C-A20C-3222FDDA847A}" dt="2024-11-07T05:48:16.402" v="621"/>
          <ac:spMkLst>
            <pc:docMk/>
            <pc:sldMk cId="3080922556" sldId="1048"/>
            <ac:spMk id="3" creationId="{BCE1C6A1-B70B-4B49-B84B-5447E35C3A28}"/>
          </ac:spMkLst>
        </pc:spChg>
        <pc:picChg chg="add mod">
          <ac:chgData name="Mona Taghavi" userId="cdd0f8e6-fa0c-4861-85ac-fabaa218fd0b" providerId="ADAL" clId="{1DAD61B1-63E8-4F9C-A20C-3222FDDA847A}" dt="2024-11-07T05:48:16.402" v="621"/>
          <ac:picMkLst>
            <pc:docMk/>
            <pc:sldMk cId="3080922556" sldId="1048"/>
            <ac:picMk id="5" creationId="{4128927E-5D83-4EBA-94A7-CB101DDB7FA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defRPr sz="1100"/>
            </a:lvl1pPr>
          </a:lstStyle>
          <a:p>
            <a:endParaRPr lang="en-US"/>
          </a:p>
        </p:txBody>
      </p:sp>
      <p:sp>
        <p:nvSpPr>
          <p:cNvPr id="70659" name="Rectangle 3"/>
          <p:cNvSpPr>
            <a:spLocks noGrp="1" noChangeArrowheads="1"/>
          </p:cNvSpPr>
          <p:nvPr>
            <p:ph type="dt" sz="quarter" idx="1"/>
          </p:nvPr>
        </p:nvSpPr>
        <p:spPr bwMode="auto">
          <a:xfrm>
            <a:off x="3927574"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lgn="r">
              <a:defRPr sz="1100"/>
            </a:lvl1pPr>
          </a:lstStyle>
          <a:p>
            <a:endParaRPr lang="en-US"/>
          </a:p>
        </p:txBody>
      </p:sp>
      <p:sp>
        <p:nvSpPr>
          <p:cNvPr id="70660" name="Rectangle 4"/>
          <p:cNvSpPr>
            <a:spLocks noGrp="1" noChangeArrowheads="1"/>
          </p:cNvSpPr>
          <p:nvPr>
            <p:ph type="ftr" sz="quarter" idx="2"/>
          </p:nvPr>
        </p:nvSpPr>
        <p:spPr bwMode="auto">
          <a:xfrm>
            <a:off x="0"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defRPr sz="1100"/>
            </a:lvl1pPr>
          </a:lstStyle>
          <a:p>
            <a:endParaRPr lang="en-US"/>
          </a:p>
        </p:txBody>
      </p:sp>
      <p:sp>
        <p:nvSpPr>
          <p:cNvPr id="70661" name="Rectangle 5"/>
          <p:cNvSpPr>
            <a:spLocks noGrp="1" noChangeArrowheads="1"/>
          </p:cNvSpPr>
          <p:nvPr>
            <p:ph type="sldNum" sz="quarter" idx="3"/>
          </p:nvPr>
        </p:nvSpPr>
        <p:spPr bwMode="auto">
          <a:xfrm>
            <a:off x="3927574"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lgn="r">
              <a:defRPr sz="1100"/>
            </a:lvl1pPr>
          </a:lstStyle>
          <a:p>
            <a:fld id="{DD28354E-E48C-49CC-8370-7D038345486C}" type="slidenum">
              <a:rPr lang="en-US"/>
              <a:pPr/>
              <a:t>‹#›</a:t>
            </a:fld>
            <a:endParaRPr lang="en-US"/>
          </a:p>
        </p:txBody>
      </p:sp>
    </p:spTree>
    <p:extLst>
      <p:ext uri="{BB962C8B-B14F-4D97-AF65-F5344CB8AC3E}">
        <p14:creationId xmlns:p14="http://schemas.microsoft.com/office/powerpoint/2010/main" val="40903845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defTabSz="923186">
              <a:defRPr sz="1200"/>
            </a:lvl1pPr>
          </a:lstStyle>
          <a:p>
            <a:endParaRPr lang="en-US"/>
          </a:p>
        </p:txBody>
      </p:sp>
      <p:sp>
        <p:nvSpPr>
          <p:cNvPr id="31747" name="Rectangle 3"/>
          <p:cNvSpPr>
            <a:spLocks noGrp="1" noChangeArrowheads="1"/>
          </p:cNvSpPr>
          <p:nvPr>
            <p:ph type="dt" idx="1"/>
          </p:nvPr>
        </p:nvSpPr>
        <p:spPr bwMode="auto">
          <a:xfrm>
            <a:off x="3927574"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r" defTabSz="923186">
              <a:defRPr sz="1200"/>
            </a:lvl1pPr>
          </a:lstStyle>
          <a:p>
            <a:endParaRPr lang="en-US"/>
          </a:p>
        </p:txBody>
      </p:sp>
      <p:sp>
        <p:nvSpPr>
          <p:cNvPr id="31748" name="Rectangle 4"/>
          <p:cNvSpPr>
            <a:spLocks noGrp="1" noRot="1" noChangeAspect="1" noChangeArrowheads="1" noTextEdit="1"/>
          </p:cNvSpPr>
          <p:nvPr>
            <p:ph type="sldImg" idx="2"/>
          </p:nvPr>
        </p:nvSpPr>
        <p:spPr bwMode="auto">
          <a:xfrm>
            <a:off x="393700" y="692150"/>
            <a:ext cx="6146800" cy="3457575"/>
          </a:xfrm>
          <a:prstGeom prst="rect">
            <a:avLst/>
          </a:prstGeom>
          <a:noFill/>
          <a:ln w="9525">
            <a:solidFill>
              <a:srgbClr val="000000"/>
            </a:solidFill>
            <a:miter lim="800000"/>
            <a:headEnd/>
            <a:tailEnd/>
          </a:ln>
          <a:effectLst/>
        </p:spPr>
      </p:sp>
      <p:sp>
        <p:nvSpPr>
          <p:cNvPr id="31749" name="Rectangle 5"/>
          <p:cNvSpPr>
            <a:spLocks noGrp="1" noChangeArrowheads="1"/>
          </p:cNvSpPr>
          <p:nvPr>
            <p:ph type="body" sz="quarter" idx="3"/>
          </p:nvPr>
        </p:nvSpPr>
        <p:spPr bwMode="auto">
          <a:xfrm>
            <a:off x="693722" y="4379901"/>
            <a:ext cx="5546758" cy="4148175"/>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750" name="Rectangle 6"/>
          <p:cNvSpPr>
            <a:spLocks noGrp="1" noChangeArrowheads="1"/>
          </p:cNvSpPr>
          <p:nvPr>
            <p:ph type="ftr" sz="quarter" idx="4"/>
          </p:nvPr>
        </p:nvSpPr>
        <p:spPr bwMode="auto">
          <a:xfrm>
            <a:off x="0"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defTabSz="923186">
              <a:defRPr sz="1200"/>
            </a:lvl1pPr>
          </a:lstStyle>
          <a:p>
            <a:endParaRPr lang="en-US"/>
          </a:p>
        </p:txBody>
      </p:sp>
      <p:sp>
        <p:nvSpPr>
          <p:cNvPr id="31751" name="Rectangle 7"/>
          <p:cNvSpPr>
            <a:spLocks noGrp="1" noChangeArrowheads="1"/>
          </p:cNvSpPr>
          <p:nvPr>
            <p:ph type="sldNum" sz="quarter" idx="5"/>
          </p:nvPr>
        </p:nvSpPr>
        <p:spPr bwMode="auto">
          <a:xfrm>
            <a:off x="3927574"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r" defTabSz="923186">
              <a:defRPr sz="1200"/>
            </a:lvl1pPr>
          </a:lstStyle>
          <a:p>
            <a:fld id="{87F161E8-846D-4747-B53A-F633A57CCB41}" type="slidenum">
              <a:rPr lang="en-US"/>
              <a:pPr/>
              <a:t>‹#›</a:t>
            </a:fld>
            <a:endParaRPr lang="en-US"/>
          </a:p>
        </p:txBody>
      </p:sp>
    </p:spTree>
    <p:extLst>
      <p:ext uri="{BB962C8B-B14F-4D97-AF65-F5344CB8AC3E}">
        <p14:creationId xmlns:p14="http://schemas.microsoft.com/office/powerpoint/2010/main" val="323901115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4</a:t>
            </a:fld>
            <a:endParaRPr lang="en-US">
              <a:solidFill>
                <a:prstClr val="black"/>
              </a:solidFill>
              <a:latin typeface="Calibri"/>
            </a:endParaRPr>
          </a:p>
        </p:txBody>
      </p:sp>
    </p:spTree>
    <p:extLst>
      <p:ext uri="{BB962C8B-B14F-4D97-AF65-F5344CB8AC3E}">
        <p14:creationId xmlns:p14="http://schemas.microsoft.com/office/powerpoint/2010/main" val="4027142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8ECAE93B-7A46-41F3-B7B4-FE667EDFAD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01B3B9A2-FF4D-4FA4-BDDB-0E84D6F50019}" type="slidenum">
              <a:rPr lang="en-US" altLang="en-US" sz="1200">
                <a:solidFill>
                  <a:schemeClr val="tx1"/>
                </a:solidFill>
                <a:latin typeface="Times New Roman" panose="02020603050405020304" pitchFamily="18" charset="0"/>
              </a:rPr>
              <a:pPr/>
              <a:t>7</a:t>
            </a:fld>
            <a:endParaRPr lang="en-US" altLang="en-US" sz="1200">
              <a:solidFill>
                <a:schemeClr val="tx1"/>
              </a:solidFill>
              <a:latin typeface="Times New Roman" panose="02020603050405020304" pitchFamily="18" charset="0"/>
            </a:endParaRPr>
          </a:p>
        </p:txBody>
      </p:sp>
      <p:sp>
        <p:nvSpPr>
          <p:cNvPr id="122883" name="Rectangle 2">
            <a:extLst>
              <a:ext uri="{FF2B5EF4-FFF2-40B4-BE49-F238E27FC236}">
                <a16:creationId xmlns:a16="http://schemas.microsoft.com/office/drawing/2014/main" id="{477E3EBF-23D1-473C-93C0-00724450724C}"/>
              </a:ext>
            </a:extLst>
          </p:cNvPr>
          <p:cNvSpPr>
            <a:spLocks noGrp="1" noRot="1" noChangeAspect="1" noChangeArrowheads="1" noTextEdit="1"/>
          </p:cNvSpPr>
          <p:nvPr>
            <p:ph type="sldImg"/>
          </p:nvPr>
        </p:nvSpPr>
        <p:spPr>
          <a:xfrm>
            <a:off x="401638" y="696913"/>
            <a:ext cx="6184900" cy="3479800"/>
          </a:xfrm>
          <a:ln/>
        </p:spPr>
      </p:sp>
      <p:sp>
        <p:nvSpPr>
          <p:cNvPr id="122884" name="Rectangle 3">
            <a:extLst>
              <a:ext uri="{FF2B5EF4-FFF2-40B4-BE49-F238E27FC236}">
                <a16:creationId xmlns:a16="http://schemas.microsoft.com/office/drawing/2014/main" id="{18718F5F-CA61-4C84-88A4-D8D5D43F2B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BF5C1E60-E2C9-445D-9EEA-3328B1E9E6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5F7099A1-F278-425E-9AA5-31A938264178}" type="slidenum">
              <a:rPr lang="en-US" altLang="en-US" sz="1200">
                <a:solidFill>
                  <a:schemeClr val="tx1"/>
                </a:solidFill>
                <a:latin typeface="Times New Roman" panose="02020603050405020304" pitchFamily="18" charset="0"/>
              </a:rPr>
              <a:pPr/>
              <a:t>8</a:t>
            </a:fld>
            <a:endParaRPr lang="en-US" altLang="en-US" sz="1200">
              <a:solidFill>
                <a:schemeClr val="tx1"/>
              </a:solidFill>
              <a:latin typeface="Times New Roman" panose="02020603050405020304" pitchFamily="18" charset="0"/>
            </a:endParaRPr>
          </a:p>
        </p:txBody>
      </p:sp>
      <p:sp>
        <p:nvSpPr>
          <p:cNvPr id="123907" name="Rectangle 2">
            <a:extLst>
              <a:ext uri="{FF2B5EF4-FFF2-40B4-BE49-F238E27FC236}">
                <a16:creationId xmlns:a16="http://schemas.microsoft.com/office/drawing/2014/main" id="{99FD312E-6EFC-4D8C-BCF0-28DB3DA5E4B7}"/>
              </a:ext>
            </a:extLst>
          </p:cNvPr>
          <p:cNvSpPr>
            <a:spLocks noGrp="1" noRot="1" noChangeAspect="1" noChangeArrowheads="1" noTextEdit="1"/>
          </p:cNvSpPr>
          <p:nvPr>
            <p:ph type="sldImg"/>
          </p:nvPr>
        </p:nvSpPr>
        <p:spPr>
          <a:xfrm>
            <a:off x="400050" y="696913"/>
            <a:ext cx="6188075" cy="3481387"/>
          </a:xfrm>
          <a:ln/>
        </p:spPr>
      </p:sp>
      <p:sp>
        <p:nvSpPr>
          <p:cNvPr id="123908" name="Rectangle 3">
            <a:extLst>
              <a:ext uri="{FF2B5EF4-FFF2-40B4-BE49-F238E27FC236}">
                <a16:creationId xmlns:a16="http://schemas.microsoft.com/office/drawing/2014/main" id="{CCD0112C-58D0-42C2-B18D-D4AE34A04EA7}"/>
              </a:ext>
            </a:extLst>
          </p:cNvPr>
          <p:cNvSpPr>
            <a:spLocks noGrp="1" noChangeArrowheads="1"/>
          </p:cNvSpPr>
          <p:nvPr>
            <p:ph type="body" idx="1"/>
          </p:nvPr>
        </p:nvSpPr>
        <p:spPr>
          <a:xfrm>
            <a:off x="698500" y="4408488"/>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212EB306-41CC-4432-8884-19919701EC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BE399B04-07AA-4F7F-B116-64F2AA0C5921}" type="slidenum">
              <a:rPr lang="en-US" altLang="en-US" sz="1200">
                <a:solidFill>
                  <a:schemeClr val="tx1"/>
                </a:solidFill>
                <a:latin typeface="Times New Roman" panose="02020603050405020304" pitchFamily="18" charset="0"/>
              </a:rPr>
              <a:pPr/>
              <a:t>9</a:t>
            </a:fld>
            <a:endParaRPr lang="en-US" altLang="en-US" sz="1200">
              <a:solidFill>
                <a:schemeClr val="tx1"/>
              </a:solidFill>
              <a:latin typeface="Times New Roman" panose="02020603050405020304" pitchFamily="18" charset="0"/>
            </a:endParaRPr>
          </a:p>
        </p:txBody>
      </p:sp>
      <p:sp>
        <p:nvSpPr>
          <p:cNvPr id="124931" name="Rectangle 2">
            <a:extLst>
              <a:ext uri="{FF2B5EF4-FFF2-40B4-BE49-F238E27FC236}">
                <a16:creationId xmlns:a16="http://schemas.microsoft.com/office/drawing/2014/main" id="{8EB6E727-1532-4033-A7A2-C7F19BD16AC7}"/>
              </a:ext>
            </a:extLst>
          </p:cNvPr>
          <p:cNvSpPr>
            <a:spLocks noGrp="1" noRot="1" noChangeAspect="1" noChangeArrowheads="1" noTextEdit="1"/>
          </p:cNvSpPr>
          <p:nvPr>
            <p:ph type="sldImg"/>
          </p:nvPr>
        </p:nvSpPr>
        <p:spPr>
          <a:xfrm>
            <a:off x="400050" y="696913"/>
            <a:ext cx="6188075" cy="3481387"/>
          </a:xfrm>
          <a:ln/>
        </p:spPr>
      </p:sp>
      <p:sp>
        <p:nvSpPr>
          <p:cNvPr id="124932" name="Rectangle 3">
            <a:extLst>
              <a:ext uri="{FF2B5EF4-FFF2-40B4-BE49-F238E27FC236}">
                <a16:creationId xmlns:a16="http://schemas.microsoft.com/office/drawing/2014/main" id="{6BC365E8-12E8-45E9-BDFA-278953F38FF6}"/>
              </a:ext>
            </a:extLst>
          </p:cNvPr>
          <p:cNvSpPr>
            <a:spLocks noGrp="1" noChangeArrowheads="1"/>
          </p:cNvSpPr>
          <p:nvPr>
            <p:ph type="body" idx="1"/>
          </p:nvPr>
        </p:nvSpPr>
        <p:spPr>
          <a:xfrm>
            <a:off x="698500" y="4408488"/>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E374F782-FF91-41F7-A165-EAA8D49BEA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DAF679E2-F11E-4ACE-A54B-2E3EBD7FF94A}" type="slidenum">
              <a:rPr lang="en-US" altLang="en-US" sz="1200">
                <a:solidFill>
                  <a:schemeClr val="tx1"/>
                </a:solidFill>
                <a:latin typeface="Times New Roman" panose="02020603050405020304" pitchFamily="18" charset="0"/>
              </a:rPr>
              <a:pPr/>
              <a:t>10</a:t>
            </a:fld>
            <a:endParaRPr lang="en-US" altLang="en-US" sz="1200">
              <a:solidFill>
                <a:schemeClr val="tx1"/>
              </a:solidFill>
              <a:latin typeface="Times New Roman" panose="02020603050405020304" pitchFamily="18" charset="0"/>
            </a:endParaRPr>
          </a:p>
        </p:txBody>
      </p:sp>
      <p:sp>
        <p:nvSpPr>
          <p:cNvPr id="125955" name="Rectangle 2">
            <a:extLst>
              <a:ext uri="{FF2B5EF4-FFF2-40B4-BE49-F238E27FC236}">
                <a16:creationId xmlns:a16="http://schemas.microsoft.com/office/drawing/2014/main" id="{9E34C444-EFF4-40B1-B73F-C67BAA781139}"/>
              </a:ext>
            </a:extLst>
          </p:cNvPr>
          <p:cNvSpPr>
            <a:spLocks noGrp="1" noRot="1" noChangeAspect="1" noChangeArrowheads="1" noTextEdit="1"/>
          </p:cNvSpPr>
          <p:nvPr>
            <p:ph type="sldImg"/>
          </p:nvPr>
        </p:nvSpPr>
        <p:spPr>
          <a:xfrm>
            <a:off x="400050" y="696913"/>
            <a:ext cx="6188075" cy="3481387"/>
          </a:xfrm>
          <a:ln/>
        </p:spPr>
      </p:sp>
      <p:sp>
        <p:nvSpPr>
          <p:cNvPr id="125956" name="Rectangle 3">
            <a:extLst>
              <a:ext uri="{FF2B5EF4-FFF2-40B4-BE49-F238E27FC236}">
                <a16:creationId xmlns:a16="http://schemas.microsoft.com/office/drawing/2014/main" id="{376DBF0F-6558-4D48-9A7A-7CBDAB2C1AC5}"/>
              </a:ext>
            </a:extLst>
          </p:cNvPr>
          <p:cNvSpPr>
            <a:spLocks noGrp="1" noChangeArrowheads="1"/>
          </p:cNvSpPr>
          <p:nvPr>
            <p:ph type="body" idx="1"/>
          </p:nvPr>
        </p:nvSpPr>
        <p:spPr>
          <a:xfrm>
            <a:off x="698500" y="4408488"/>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DA801F66-F929-42B3-9BC4-2AB97C8D2D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C76F18D3-8E59-4088-88BA-8085FEEB4EB1}" type="slidenum">
              <a:rPr lang="en-US" altLang="en-US" sz="1200">
                <a:solidFill>
                  <a:schemeClr val="tx1"/>
                </a:solidFill>
                <a:latin typeface="Times New Roman" panose="02020603050405020304" pitchFamily="18" charset="0"/>
              </a:rPr>
              <a:pPr/>
              <a:t>11</a:t>
            </a:fld>
            <a:endParaRPr lang="en-US" altLang="en-US" sz="1200">
              <a:solidFill>
                <a:schemeClr val="tx1"/>
              </a:solidFill>
              <a:latin typeface="Times New Roman" panose="02020603050405020304" pitchFamily="18" charset="0"/>
            </a:endParaRPr>
          </a:p>
        </p:txBody>
      </p:sp>
      <p:sp>
        <p:nvSpPr>
          <p:cNvPr id="126979" name="Rectangle 2">
            <a:extLst>
              <a:ext uri="{FF2B5EF4-FFF2-40B4-BE49-F238E27FC236}">
                <a16:creationId xmlns:a16="http://schemas.microsoft.com/office/drawing/2014/main" id="{4397D184-8A5B-46D5-A96B-8CBD0B397092}"/>
              </a:ext>
            </a:extLst>
          </p:cNvPr>
          <p:cNvSpPr>
            <a:spLocks noGrp="1" noRot="1" noChangeAspect="1" noChangeArrowheads="1" noTextEdit="1"/>
          </p:cNvSpPr>
          <p:nvPr>
            <p:ph type="sldImg"/>
          </p:nvPr>
        </p:nvSpPr>
        <p:spPr>
          <a:xfrm>
            <a:off x="400050" y="696913"/>
            <a:ext cx="6188075" cy="3481387"/>
          </a:xfrm>
          <a:ln/>
        </p:spPr>
      </p:sp>
      <p:sp>
        <p:nvSpPr>
          <p:cNvPr id="126980" name="Rectangle 3">
            <a:extLst>
              <a:ext uri="{FF2B5EF4-FFF2-40B4-BE49-F238E27FC236}">
                <a16:creationId xmlns:a16="http://schemas.microsoft.com/office/drawing/2014/main" id="{5B3407FA-6BB8-4C80-A0C7-66A29B8D1F00}"/>
              </a:ext>
            </a:extLst>
          </p:cNvPr>
          <p:cNvSpPr>
            <a:spLocks noGrp="1" noChangeArrowheads="1"/>
          </p:cNvSpPr>
          <p:nvPr>
            <p:ph type="body" idx="1"/>
          </p:nvPr>
        </p:nvSpPr>
        <p:spPr>
          <a:xfrm>
            <a:off x="698500" y="4408488"/>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5C8FA679-3D10-42FE-B15F-0FBB2C2E78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3739F76E-8DE5-4FC5-9115-49C66E167AEE}" type="slidenum">
              <a:rPr lang="en-US" altLang="en-US" sz="1200">
                <a:solidFill>
                  <a:schemeClr val="tx1"/>
                </a:solidFill>
                <a:latin typeface="Times New Roman" panose="02020603050405020304" pitchFamily="18" charset="0"/>
              </a:rPr>
              <a:pPr/>
              <a:t>12</a:t>
            </a:fld>
            <a:endParaRPr lang="en-US" altLang="en-US" sz="1200">
              <a:solidFill>
                <a:schemeClr val="tx1"/>
              </a:solidFill>
              <a:latin typeface="Times New Roman" panose="02020603050405020304" pitchFamily="18" charset="0"/>
            </a:endParaRPr>
          </a:p>
        </p:txBody>
      </p:sp>
      <p:sp>
        <p:nvSpPr>
          <p:cNvPr id="128003" name="Rectangle 2">
            <a:extLst>
              <a:ext uri="{FF2B5EF4-FFF2-40B4-BE49-F238E27FC236}">
                <a16:creationId xmlns:a16="http://schemas.microsoft.com/office/drawing/2014/main" id="{AB1B1500-D0D8-4598-9C4D-D0F3548FAE16}"/>
              </a:ext>
            </a:extLst>
          </p:cNvPr>
          <p:cNvSpPr>
            <a:spLocks noGrp="1" noRot="1" noChangeAspect="1" noChangeArrowheads="1" noTextEdit="1"/>
          </p:cNvSpPr>
          <p:nvPr>
            <p:ph type="sldImg"/>
          </p:nvPr>
        </p:nvSpPr>
        <p:spPr>
          <a:xfrm>
            <a:off x="400050" y="696913"/>
            <a:ext cx="6188075" cy="3481387"/>
          </a:xfrm>
          <a:ln/>
        </p:spPr>
      </p:sp>
      <p:sp>
        <p:nvSpPr>
          <p:cNvPr id="128004" name="Rectangle 3">
            <a:extLst>
              <a:ext uri="{FF2B5EF4-FFF2-40B4-BE49-F238E27FC236}">
                <a16:creationId xmlns:a16="http://schemas.microsoft.com/office/drawing/2014/main" id="{AAFAB566-99BD-451F-B96F-D2BED78BC476}"/>
              </a:ext>
            </a:extLst>
          </p:cNvPr>
          <p:cNvSpPr>
            <a:spLocks noGrp="1" noChangeArrowheads="1"/>
          </p:cNvSpPr>
          <p:nvPr>
            <p:ph type="body" idx="1"/>
          </p:nvPr>
        </p:nvSpPr>
        <p:spPr>
          <a:xfrm>
            <a:off x="698500" y="4408488"/>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695DCEAB-ECCC-4A7A-BC58-F636077779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400">
                <a:solidFill>
                  <a:schemeClr val="bg2"/>
                </a:solidFill>
                <a:latin typeface="Tahoma" panose="020B0604030504040204" pitchFamily="34" charset="0"/>
              </a:defRPr>
            </a:lvl1pPr>
            <a:lvl2pPr marL="742950" indent="-285750" defTabSz="928688">
              <a:defRPr sz="2400">
                <a:solidFill>
                  <a:schemeClr val="bg2"/>
                </a:solidFill>
                <a:latin typeface="Tahoma" panose="020B0604030504040204" pitchFamily="34" charset="0"/>
              </a:defRPr>
            </a:lvl2pPr>
            <a:lvl3pPr marL="1143000" indent="-228600" defTabSz="928688">
              <a:defRPr sz="2400">
                <a:solidFill>
                  <a:schemeClr val="bg2"/>
                </a:solidFill>
                <a:latin typeface="Tahoma" panose="020B0604030504040204" pitchFamily="34" charset="0"/>
              </a:defRPr>
            </a:lvl3pPr>
            <a:lvl4pPr marL="1600200" indent="-228600" defTabSz="928688">
              <a:defRPr sz="2400">
                <a:solidFill>
                  <a:schemeClr val="bg2"/>
                </a:solidFill>
                <a:latin typeface="Tahoma" panose="020B0604030504040204" pitchFamily="34" charset="0"/>
              </a:defRPr>
            </a:lvl4pPr>
            <a:lvl5pPr marL="2057400" indent="-228600" defTabSz="928688">
              <a:defRPr sz="2400">
                <a:solidFill>
                  <a:schemeClr val="bg2"/>
                </a:solidFill>
                <a:latin typeface="Tahoma" panose="020B0604030504040204" pitchFamily="34" charset="0"/>
              </a:defRPr>
            </a:lvl5pPr>
            <a:lvl6pPr marL="25146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defTabSz="928688"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fld id="{B299D2E7-EA5F-4FA3-8965-E193BB46E377}" type="slidenum">
              <a:rPr lang="en-US" altLang="en-US" sz="1200">
                <a:solidFill>
                  <a:schemeClr val="tx1"/>
                </a:solidFill>
                <a:latin typeface="Times New Roman" panose="02020603050405020304" pitchFamily="18" charset="0"/>
              </a:rPr>
              <a:pPr/>
              <a:t>15</a:t>
            </a:fld>
            <a:endParaRPr lang="en-US" altLang="en-US" sz="1200">
              <a:solidFill>
                <a:schemeClr val="tx1"/>
              </a:solidFill>
              <a:latin typeface="Times New Roman" panose="02020603050405020304" pitchFamily="18" charset="0"/>
            </a:endParaRPr>
          </a:p>
        </p:txBody>
      </p:sp>
      <p:sp>
        <p:nvSpPr>
          <p:cNvPr id="132099" name="Rectangle 2">
            <a:extLst>
              <a:ext uri="{FF2B5EF4-FFF2-40B4-BE49-F238E27FC236}">
                <a16:creationId xmlns:a16="http://schemas.microsoft.com/office/drawing/2014/main" id="{4F2FC223-F328-45EF-86EF-41F4B7BD580D}"/>
              </a:ext>
            </a:extLst>
          </p:cNvPr>
          <p:cNvSpPr>
            <a:spLocks noGrp="1" noRot="1" noChangeAspect="1" noChangeArrowheads="1" noTextEdit="1"/>
          </p:cNvSpPr>
          <p:nvPr>
            <p:ph type="sldImg"/>
          </p:nvPr>
        </p:nvSpPr>
        <p:spPr>
          <a:xfrm>
            <a:off x="400050" y="696913"/>
            <a:ext cx="6188075" cy="3481387"/>
          </a:xfrm>
          <a:ln/>
        </p:spPr>
      </p:sp>
      <p:sp>
        <p:nvSpPr>
          <p:cNvPr id="132100" name="Rectangle 3">
            <a:extLst>
              <a:ext uri="{FF2B5EF4-FFF2-40B4-BE49-F238E27FC236}">
                <a16:creationId xmlns:a16="http://schemas.microsoft.com/office/drawing/2014/main" id="{33D79C59-40DA-4B00-B5C8-684A1A0807E9}"/>
              </a:ext>
            </a:extLst>
          </p:cNvPr>
          <p:cNvSpPr>
            <a:spLocks noGrp="1" noChangeArrowheads="1"/>
          </p:cNvSpPr>
          <p:nvPr>
            <p:ph type="body" idx="1"/>
          </p:nvPr>
        </p:nvSpPr>
        <p:spPr>
          <a:xfrm>
            <a:off x="698500" y="4408488"/>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16</a:t>
            </a:fld>
            <a:endParaRPr lang="en-US">
              <a:solidFill>
                <a:prstClr val="black"/>
              </a:solidFill>
              <a:latin typeface="Calibri"/>
            </a:endParaRPr>
          </a:p>
        </p:txBody>
      </p:sp>
    </p:spTree>
    <p:extLst>
      <p:ext uri="{BB962C8B-B14F-4D97-AF65-F5344CB8AC3E}">
        <p14:creationId xmlns:p14="http://schemas.microsoft.com/office/powerpoint/2010/main" val="325616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17</a:t>
            </a:fld>
            <a:endParaRPr lang="en-US"/>
          </a:p>
        </p:txBody>
      </p:sp>
    </p:spTree>
    <p:extLst>
      <p:ext uri="{BB962C8B-B14F-4D97-AF65-F5344CB8AC3E}">
        <p14:creationId xmlns:p14="http://schemas.microsoft.com/office/powerpoint/2010/main" val="2695370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18</a:t>
            </a:fld>
            <a:endParaRPr lang="en-US">
              <a:solidFill>
                <a:prstClr val="black"/>
              </a:solidFill>
              <a:latin typeface="Calibri"/>
            </a:endParaRPr>
          </a:p>
        </p:txBody>
      </p:sp>
    </p:spTree>
    <p:extLst>
      <p:ext uri="{BB962C8B-B14F-4D97-AF65-F5344CB8AC3E}">
        <p14:creationId xmlns:p14="http://schemas.microsoft.com/office/powerpoint/2010/main" val="1759567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19</a:t>
            </a:fld>
            <a:endParaRPr lang="en-US"/>
          </a:p>
        </p:txBody>
      </p:sp>
    </p:spTree>
    <p:extLst>
      <p:ext uri="{BB962C8B-B14F-4D97-AF65-F5344CB8AC3E}">
        <p14:creationId xmlns:p14="http://schemas.microsoft.com/office/powerpoint/2010/main" val="923356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20</a:t>
            </a:fld>
            <a:endParaRPr lang="en-US"/>
          </a:p>
        </p:txBody>
      </p:sp>
    </p:spTree>
    <p:extLst>
      <p:ext uri="{BB962C8B-B14F-4D97-AF65-F5344CB8AC3E}">
        <p14:creationId xmlns:p14="http://schemas.microsoft.com/office/powerpoint/2010/main" val="2872724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23</a:t>
            </a:fld>
            <a:endParaRPr lang="en-US"/>
          </a:p>
        </p:txBody>
      </p:sp>
    </p:spTree>
    <p:extLst>
      <p:ext uri="{BB962C8B-B14F-4D97-AF65-F5344CB8AC3E}">
        <p14:creationId xmlns:p14="http://schemas.microsoft.com/office/powerpoint/2010/main" val="3777329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25</a:t>
            </a:fld>
            <a:endParaRPr lang="en-US"/>
          </a:p>
        </p:txBody>
      </p:sp>
    </p:spTree>
    <p:extLst>
      <p:ext uri="{BB962C8B-B14F-4D97-AF65-F5344CB8AC3E}">
        <p14:creationId xmlns:p14="http://schemas.microsoft.com/office/powerpoint/2010/main" val="331437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26</a:t>
            </a:fld>
            <a:endParaRPr lang="en-US"/>
          </a:p>
        </p:txBody>
      </p:sp>
    </p:spTree>
    <p:extLst>
      <p:ext uri="{BB962C8B-B14F-4D97-AF65-F5344CB8AC3E}">
        <p14:creationId xmlns:p14="http://schemas.microsoft.com/office/powerpoint/2010/main" val="2540839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27</a:t>
            </a:fld>
            <a:endParaRPr lang="en-US">
              <a:solidFill>
                <a:prstClr val="black"/>
              </a:solidFill>
              <a:latin typeface="Calibri"/>
            </a:endParaRPr>
          </a:p>
        </p:txBody>
      </p:sp>
    </p:spTree>
    <p:extLst>
      <p:ext uri="{BB962C8B-B14F-4D97-AF65-F5344CB8AC3E}">
        <p14:creationId xmlns:p14="http://schemas.microsoft.com/office/powerpoint/2010/main" val="2941631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28</a:t>
            </a:fld>
            <a:endParaRPr lang="en-US">
              <a:solidFill>
                <a:prstClr val="black"/>
              </a:solidFill>
              <a:latin typeface="Calibri"/>
            </a:endParaRPr>
          </a:p>
        </p:txBody>
      </p:sp>
    </p:spTree>
    <p:extLst>
      <p:ext uri="{BB962C8B-B14F-4D97-AF65-F5344CB8AC3E}">
        <p14:creationId xmlns:p14="http://schemas.microsoft.com/office/powerpoint/2010/main" val="661046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29</a:t>
            </a:fld>
            <a:endParaRPr lang="en-US"/>
          </a:p>
        </p:txBody>
      </p:sp>
    </p:spTree>
    <p:extLst>
      <p:ext uri="{BB962C8B-B14F-4D97-AF65-F5344CB8AC3E}">
        <p14:creationId xmlns:p14="http://schemas.microsoft.com/office/powerpoint/2010/main" val="2773610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32</a:t>
            </a:fld>
            <a:endParaRPr lang="en-US">
              <a:solidFill>
                <a:prstClr val="black"/>
              </a:solidFill>
              <a:latin typeface="Calibri"/>
            </a:endParaRPr>
          </a:p>
        </p:txBody>
      </p:sp>
    </p:spTree>
    <p:extLst>
      <p:ext uri="{BB962C8B-B14F-4D97-AF65-F5344CB8AC3E}">
        <p14:creationId xmlns:p14="http://schemas.microsoft.com/office/powerpoint/2010/main" val="1459342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33</a:t>
            </a:fld>
            <a:endParaRPr lang="en-US">
              <a:solidFill>
                <a:prstClr val="black"/>
              </a:solidFill>
              <a:latin typeface="Calibri"/>
            </a:endParaRPr>
          </a:p>
        </p:txBody>
      </p:sp>
    </p:spTree>
    <p:extLst>
      <p:ext uri="{BB962C8B-B14F-4D97-AF65-F5344CB8AC3E}">
        <p14:creationId xmlns:p14="http://schemas.microsoft.com/office/powerpoint/2010/main" val="1156388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43AF52-412D-4444-BA4A-9D9DC2C81834}" type="slidenum">
              <a:rPr lang="en-US" smtClean="0"/>
              <a:t>34</a:t>
            </a:fld>
            <a:endParaRPr lang="en-US"/>
          </a:p>
        </p:txBody>
      </p:sp>
    </p:spTree>
    <p:extLst>
      <p:ext uri="{BB962C8B-B14F-4D97-AF65-F5344CB8AC3E}">
        <p14:creationId xmlns:p14="http://schemas.microsoft.com/office/powerpoint/2010/main" val="22978117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5" name="Rectangle 4"/>
          <p:cNvSpPr/>
          <p:nvPr userDrawn="1"/>
        </p:nvSpPr>
        <p:spPr>
          <a:xfrm>
            <a:off x="11049000" y="6400800"/>
            <a:ext cx="914400" cy="381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2" name="Title 1"/>
          <p:cNvSpPr>
            <a:spLocks noGrp="1"/>
          </p:cNvSpPr>
          <p:nvPr>
            <p:ph type="title" hasCustomPrompt="1"/>
          </p:nvPr>
        </p:nvSpPr>
        <p:spPr>
          <a:xfrm>
            <a:off x="0" y="-24384"/>
            <a:ext cx="9372600" cy="5053584"/>
          </a:xfrm>
          <a:noFill/>
        </p:spPr>
        <p:txBody>
          <a:bodyPr/>
          <a:lstStyle/>
          <a:p>
            <a:pPr lvl="0"/>
            <a:r>
              <a:rPr lang="en-US" dirty="0"/>
              <a:t>Click </a:t>
            </a:r>
            <a:r>
              <a:rPr lang="en-US" sz="3600" b="1" dirty="0" err="1">
                <a:solidFill>
                  <a:schemeClr val="tx1"/>
                </a:solidFill>
                <a:latin typeface="+mj-lt"/>
              </a:rPr>
              <a:t>Click</a:t>
            </a:r>
            <a:r>
              <a:rPr lang="en-US" sz="3600" b="1" dirty="0">
                <a:solidFill>
                  <a:schemeClr val="tx1"/>
                </a:solidFill>
                <a:latin typeface="+mj-lt"/>
              </a:rPr>
              <a:t> and type the Course Title</a:t>
            </a:r>
            <a:br>
              <a:rPr lang="en-US" sz="3600" b="1" dirty="0">
                <a:solidFill>
                  <a:schemeClr val="tx1"/>
                </a:solidFill>
                <a:latin typeface="+mj-lt"/>
              </a:rPr>
            </a:br>
            <a:r>
              <a:rPr lang="en-US" sz="3600" b="1" dirty="0">
                <a:solidFill>
                  <a:schemeClr val="tx1"/>
                </a:solidFill>
                <a:latin typeface="+mj-lt"/>
              </a:rPr>
              <a:t>Course Number</a:t>
            </a:r>
            <a:br>
              <a:rPr lang="en-US" sz="3600" b="1" dirty="0">
                <a:solidFill>
                  <a:schemeClr val="tx1"/>
                </a:solidFill>
                <a:latin typeface="+mj-lt"/>
              </a:rPr>
            </a:br>
            <a:r>
              <a:rPr lang="en-US" sz="3600" b="1" dirty="0">
                <a:solidFill>
                  <a:schemeClr val="tx1"/>
                </a:solidFill>
                <a:latin typeface="+mj-lt"/>
              </a:rPr>
              <a:t>Session Title</a:t>
            </a:r>
            <a:br>
              <a:rPr lang="en-US" sz="3600" b="1" dirty="0">
                <a:solidFill>
                  <a:schemeClr val="tx1"/>
                </a:solidFill>
                <a:latin typeface="+mj-lt"/>
              </a:rPr>
            </a:br>
            <a:r>
              <a:rPr lang="en-US" sz="3600" b="1" dirty="0">
                <a:solidFill>
                  <a:schemeClr val="tx1"/>
                </a:solidFill>
                <a:latin typeface="+mj-lt"/>
              </a:rPr>
              <a:t>Instructor Name</a:t>
            </a:r>
          </a:p>
        </p:txBody>
      </p:sp>
    </p:spTree>
    <p:custDataLst>
      <p:tags r:id="rId1"/>
    </p:custDataLst>
    <p:extLst>
      <p:ext uri="{BB962C8B-B14F-4D97-AF65-F5344CB8AC3E}">
        <p14:creationId xmlns:p14="http://schemas.microsoft.com/office/powerpoint/2010/main" val="1819375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pic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990600"/>
            <a:ext cx="10972800" cy="51355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4"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07925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2286001"/>
            <a:ext cx="10972800" cy="38401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0476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_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990600"/>
            <a:ext cx="6815667" cy="513556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990600"/>
            <a:ext cx="4011084" cy="5135563"/>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641215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_Content with Caption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2362201"/>
            <a:ext cx="6815667" cy="3763963"/>
          </a:xfrm>
          <a:prstGeom prst="rect">
            <a:avLst/>
          </a:prstGeom>
        </p:spPr>
        <p:txBody>
          <a:bodyPr/>
          <a:lstStyle>
            <a:lvl1pPr>
              <a:defRPr sz="32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2362201"/>
            <a:ext cx="4011084" cy="3763963"/>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002501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_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9144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4" name="Text Placeholder 3"/>
          <p:cNvSpPr>
            <a:spLocks noGrp="1"/>
          </p:cNvSpPr>
          <p:nvPr>
            <p:ph type="body" sz="half" idx="2" hasCustomPrompt="1"/>
          </p:nvPr>
        </p:nvSpPr>
        <p:spPr>
          <a:xfrm>
            <a:off x="711200" y="5367338"/>
            <a:ext cx="10668000" cy="804862"/>
          </a:xfrm>
          <a:prstGeom prst="rect">
            <a:avLst/>
          </a:prstGeom>
        </p:spPr>
        <p:txBody>
          <a:bodyPr>
            <a:normAutofit/>
          </a:bodyPr>
          <a:lstStyle>
            <a:lvl1pPr marL="0" indent="0">
              <a:buNone/>
              <a:defRPr sz="2400" baseline="0">
                <a:solidFill>
                  <a:srgbClr val="E43029"/>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628875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Picture w subtitle">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21336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1819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8"/>
          <p:cNvSpPr>
            <a:spLocks noGrp="1"/>
          </p:cNvSpPr>
          <p:nvPr>
            <p:ph type="pic" sz="quarter" idx="14" hasCustomPrompt="1"/>
          </p:nvPr>
        </p:nvSpPr>
        <p:spPr>
          <a:xfrm>
            <a:off x="6299200" y="3505200"/>
            <a:ext cx="5283200" cy="2590800"/>
          </a:xfrm>
          <a:prstGeom prst="rect">
            <a:avLst/>
          </a:prstGeom>
        </p:spPr>
        <p:txBody>
          <a:bodyPr/>
          <a:lstStyle>
            <a:lvl1pPr marL="0" indent="0">
              <a:buNone/>
              <a:defRPr/>
            </a:lvl1pPr>
          </a:lstStyle>
          <a:p>
            <a:r>
              <a:rPr lang="en-US" dirty="0"/>
              <a:t>Click and add picture</a:t>
            </a:r>
          </a:p>
        </p:txBody>
      </p:sp>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58458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609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4" name="Content Placeholder 3"/>
          <p:cNvSpPr>
            <a:spLocks noGrp="1"/>
          </p:cNvSpPr>
          <p:nvPr>
            <p:ph sz="half" idx="2" hasCustomPrompt="1"/>
          </p:nvPr>
        </p:nvSpPr>
        <p:spPr>
          <a:xfrm>
            <a:off x="6197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857655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08000" y="914400"/>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4" name="Content Placeholder 3"/>
          <p:cNvSpPr>
            <a:spLocks noGrp="1"/>
          </p:cNvSpPr>
          <p:nvPr>
            <p:ph sz="half" idx="2" hasCustomPrompt="1"/>
          </p:nvPr>
        </p:nvSpPr>
        <p:spPr>
          <a:xfrm>
            <a:off x="609600" y="1752601"/>
            <a:ext cx="5386917"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97601" y="914400"/>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Content Placeholder 5"/>
          <p:cNvSpPr>
            <a:spLocks noGrp="1"/>
          </p:cNvSpPr>
          <p:nvPr>
            <p:ph sz="quarter" idx="4" hasCustomPrompt="1"/>
          </p:nvPr>
        </p:nvSpPr>
        <p:spPr>
          <a:xfrm>
            <a:off x="6193368" y="1752601"/>
            <a:ext cx="5389033"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7"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77906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773158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27443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p:cNvSpPr/>
          <p:nvPr userDrawn="1"/>
        </p:nvSpPr>
        <p:spPr>
          <a:xfrm>
            <a:off x="0" y="6400800"/>
            <a:ext cx="12192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3" name="Title Placeholder 1"/>
          <p:cNvSpPr>
            <a:spLocks noGrp="1"/>
          </p:cNvSpPr>
          <p:nvPr>
            <p:ph type="title"/>
          </p:nvPr>
        </p:nvSpPr>
        <p:spPr>
          <a:xfrm>
            <a:off x="685800" y="609600"/>
            <a:ext cx="10668000" cy="1411560"/>
          </a:xfrm>
          <a:prstGeom prst="rect">
            <a:avLst/>
          </a:prstGeom>
          <a:noFill/>
        </p:spPr>
        <p:txBody>
          <a:bodyPr vert="horz" lIns="91440" tIns="45720" rIns="91440" bIns="45720" rtlCol="0" anchor="ctr">
            <a:normAutofit/>
          </a:bodyPr>
          <a:lstStyle>
            <a:lvl1pPr>
              <a:defRPr>
                <a:solidFill>
                  <a:srgbClr val="024F6D"/>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25790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discussion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Discussion text</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3" name="Rounded Rectangular Callout 12"/>
          <p:cNvSpPr/>
          <p:nvPr userDrawn="1"/>
        </p:nvSpPr>
        <p:spPr>
          <a:xfrm>
            <a:off x="3009900" y="3273595"/>
            <a:ext cx="8026400" cy="1600200"/>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3009900" y="3133217"/>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3814109" y="3407226"/>
            <a:ext cx="7057092" cy="124097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9"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3100885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example text and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0"/>
            <a:ext cx="11074400" cy="3505200"/>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Case Example text</a:t>
            </a:r>
          </a:p>
        </p:txBody>
      </p:sp>
      <p:sp>
        <p:nvSpPr>
          <p:cNvPr id="13" name="Rounded Rectangular Callout 12"/>
          <p:cNvSpPr/>
          <p:nvPr userDrawn="1"/>
        </p:nvSpPr>
        <p:spPr>
          <a:xfrm>
            <a:off x="609600" y="4572000"/>
            <a:ext cx="8026400" cy="1359578"/>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609600" y="4495801"/>
            <a:ext cx="1016000" cy="830997"/>
          </a:xfrm>
          <a:prstGeom prst="rect">
            <a:avLst/>
          </a:prstGeom>
          <a:noFill/>
        </p:spPr>
        <p:txBody>
          <a:bodyPr wrap="square" rtlCol="0">
            <a:spAutoFit/>
          </a:bodyPr>
          <a:lstStyle/>
          <a:p>
            <a:r>
              <a:rPr lang="en-CA" sz="48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1219201" y="4652664"/>
            <a:ext cx="7251700" cy="1138536"/>
          </a:xfrm>
          <a:prstGeom prst="rect">
            <a:avLst/>
          </a:prstGeom>
        </p:spPr>
        <p:txBody>
          <a:bodyPr>
            <a:normAutofit/>
          </a:bodyPr>
          <a:lstStyle>
            <a:lvl1pPr marL="0" indent="0">
              <a:buNone/>
              <a:defRPr sz="28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1990738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hort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2" name="Rounded Rectangular Callout 11"/>
          <p:cNvSpPr/>
          <p:nvPr userDrawn="1"/>
        </p:nvSpPr>
        <p:spPr>
          <a:xfrm>
            <a:off x="1237129" y="1519536"/>
            <a:ext cx="9144000" cy="2819382"/>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3" name="TextBox 12"/>
          <p:cNvSpPr txBox="1"/>
          <p:nvPr userDrawn="1"/>
        </p:nvSpPr>
        <p:spPr>
          <a:xfrm>
            <a:off x="1320800" y="144780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2032000" y="1696286"/>
            <a:ext cx="8026400" cy="241851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2799599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estion and Response">
    <p:spTree>
      <p:nvGrpSpPr>
        <p:cNvPr id="1" name=""/>
        <p:cNvGrpSpPr/>
        <p:nvPr/>
      </p:nvGrpSpPr>
      <p:grpSpPr>
        <a:xfrm>
          <a:off x="0" y="0"/>
          <a:ext cx="0" cy="0"/>
          <a:chOff x="0" y="0"/>
          <a:chExt cx="0" cy="0"/>
        </a:xfrm>
      </p:grpSpPr>
      <p:sp>
        <p:nvSpPr>
          <p:cNvPr id="11" name="Rounded Rectangular Callout 10"/>
          <p:cNvSpPr/>
          <p:nvPr userDrawn="1"/>
        </p:nvSpPr>
        <p:spPr>
          <a:xfrm>
            <a:off x="505288" y="916594"/>
            <a:ext cx="7825913" cy="2128813"/>
          </a:xfrm>
          <a:prstGeom prst="wedgeRoundRectCallout">
            <a:avLst>
              <a:gd name="adj1" fmla="val -3023"/>
              <a:gd name="adj2" fmla="val 84693"/>
              <a:gd name="adj3" fmla="val 16667"/>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6101" y="3322027"/>
            <a:ext cx="6515100" cy="3228975"/>
          </a:xfrm>
          <a:prstGeom prst="rect">
            <a:avLst/>
          </a:prstGeom>
        </p:spPr>
      </p:pic>
      <p:sp>
        <p:nvSpPr>
          <p:cNvPr id="13" name="TextBox 12"/>
          <p:cNvSpPr txBox="1"/>
          <p:nvPr userDrawn="1"/>
        </p:nvSpPr>
        <p:spPr>
          <a:xfrm>
            <a:off x="609600" y="838201"/>
            <a:ext cx="1016000" cy="646331"/>
          </a:xfrm>
          <a:prstGeom prst="rect">
            <a:avLst/>
          </a:prstGeom>
          <a:noFill/>
        </p:spPr>
        <p:txBody>
          <a:bodyPr wrap="square" rtlCol="0">
            <a:spAutoFit/>
          </a:bodyPr>
          <a:lstStyle/>
          <a:p>
            <a:r>
              <a:rPr lang="en-CA" sz="36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7" name="Rounded Rectangular Callout 16"/>
          <p:cNvSpPr/>
          <p:nvPr userDrawn="1"/>
        </p:nvSpPr>
        <p:spPr>
          <a:xfrm>
            <a:off x="2743201" y="2200669"/>
            <a:ext cx="8872071" cy="2676692"/>
          </a:xfrm>
          <a:prstGeom prst="wedgeRoundRectCallout">
            <a:avLst/>
          </a:prstGeom>
          <a:gradFill>
            <a:gsLst>
              <a:gs pos="0">
                <a:srgbClr val="DFF1CB"/>
              </a:gs>
              <a:gs pos="80000">
                <a:schemeClr val="accent3"/>
              </a:gs>
              <a:gs pos="100000">
                <a:schemeClr val="accent3"/>
              </a:gs>
            </a:gsLst>
          </a:gradFill>
          <a:ln>
            <a:solidFill>
              <a:srgbClr val="698335"/>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5" name="TextBox 14"/>
          <p:cNvSpPr txBox="1"/>
          <p:nvPr userDrawn="1"/>
        </p:nvSpPr>
        <p:spPr>
          <a:xfrm>
            <a:off x="2844800" y="212467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A</a:t>
            </a:r>
          </a:p>
        </p:txBody>
      </p:sp>
      <p:sp>
        <p:nvSpPr>
          <p:cNvPr id="14" name="Text Placeholder 3"/>
          <p:cNvSpPr>
            <a:spLocks noGrp="1"/>
          </p:cNvSpPr>
          <p:nvPr>
            <p:ph type="body" sz="half" idx="14" hasCustomPrompt="1"/>
          </p:nvPr>
        </p:nvSpPr>
        <p:spPr>
          <a:xfrm>
            <a:off x="3588871" y="2438400"/>
            <a:ext cx="7587129" cy="2286000"/>
          </a:xfrm>
          <a:prstGeom prst="rect">
            <a:avLst/>
          </a:prstGeom>
        </p:spPr>
        <p:txBody>
          <a:bodyPr>
            <a:normAutofit/>
          </a:bodyPr>
          <a:lstStyle>
            <a:lvl1pPr marL="0" indent="0">
              <a:buNone/>
              <a:defRPr sz="3200" baseline="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correct response.</a:t>
            </a:r>
          </a:p>
        </p:txBody>
      </p:sp>
      <p:sp>
        <p:nvSpPr>
          <p:cNvPr id="18" name="Text Placeholder 3"/>
          <p:cNvSpPr>
            <a:spLocks noGrp="1"/>
          </p:cNvSpPr>
          <p:nvPr>
            <p:ph type="body" sz="half" idx="2" hasCustomPrompt="1"/>
          </p:nvPr>
        </p:nvSpPr>
        <p:spPr>
          <a:xfrm>
            <a:off x="1105648" y="1004651"/>
            <a:ext cx="7022353" cy="1196019"/>
          </a:xfrm>
          <a:prstGeom prst="rect">
            <a:avLst/>
          </a:prstGeom>
        </p:spPr>
        <p:txBody>
          <a:bodyPr>
            <a:normAutofit/>
          </a:bodyPr>
          <a:lstStyle>
            <a:lvl1pPr marL="0" indent="0">
              <a:buNone/>
              <a:defRPr sz="2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original question text.</a:t>
            </a:r>
          </a:p>
        </p:txBody>
      </p:sp>
      <p:sp>
        <p:nvSpPr>
          <p:cNvPr id="16"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937813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35200" y="1752600"/>
            <a:ext cx="7620000" cy="3921919"/>
          </a:xfrm>
          <a:prstGeom prst="rect">
            <a:avLst/>
          </a:prstGeom>
        </p:spPr>
      </p:pic>
      <p:sp>
        <p:nvSpPr>
          <p:cNvPr id="8" name="Text Placeholder 8"/>
          <p:cNvSpPr txBox="1">
            <a:spLocks/>
          </p:cNvSpPr>
          <p:nvPr userDrawn="1"/>
        </p:nvSpPr>
        <p:spPr>
          <a:xfrm>
            <a:off x="304800" y="76200"/>
            <a:ext cx="11582400" cy="609600"/>
          </a:xfrm>
          <a:prstGeom prst="rect">
            <a:avLst/>
          </a:prstGeom>
        </p:spPr>
        <p:txBody>
          <a:bodyPr>
            <a:noAutofit/>
          </a:bodyPr>
          <a:lstStyle>
            <a:lvl1pPr marL="0" indent="0" algn="ctr" defTabSz="914400" rtl="0" eaLnBrk="1" latinLnBrk="0" hangingPunct="1">
              <a:lnSpc>
                <a:spcPct val="80000"/>
              </a:lnSpc>
              <a:spcBef>
                <a:spcPct val="20000"/>
              </a:spcBef>
              <a:buFont typeface="Arial" pitchFamily="34" charset="0"/>
              <a:buNone/>
              <a:defRPr lang="en-US" sz="3700" b="1" kern="1200" baseline="0" dirty="0">
                <a:solidFill>
                  <a:schemeClr val="tx1">
                    <a:lumMod val="50000"/>
                    <a:lumOff val="50000"/>
                  </a:schemeClr>
                </a:solidFill>
                <a:latin typeface="+mj-lt"/>
                <a:ea typeface="+mn-ea"/>
                <a:cs typeface="Verdana"/>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700" dirty="0">
                <a:solidFill>
                  <a:schemeClr val="bg1"/>
                </a:solidFill>
              </a:rPr>
              <a:t>Break</a:t>
            </a:r>
            <a:endParaRPr lang="en-US" sz="3600" dirty="0">
              <a:solidFill>
                <a:schemeClr val="bg1"/>
              </a:solidFill>
            </a:endParaRPr>
          </a:p>
        </p:txBody>
      </p:sp>
    </p:spTree>
    <p:custDataLst>
      <p:tags r:id="rId1"/>
    </p:custDataLst>
    <p:extLst>
      <p:ext uri="{BB962C8B-B14F-4D97-AF65-F5344CB8AC3E}">
        <p14:creationId xmlns:p14="http://schemas.microsoft.com/office/powerpoint/2010/main" val="1353477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F5941-A94D-4C48-AE4B-0688A7954B21}" type="datetime1">
              <a:rPr lang="en-US" smtClean="0">
                <a:latin typeface="Arial"/>
              </a:rPr>
              <a:t>11/7/2024</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3679059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1"/>
          <p:cNvSpPr txBox="1">
            <a:spLocks/>
          </p:cNvSpPr>
          <p:nvPr userDrawn="1"/>
        </p:nvSpPr>
        <p:spPr>
          <a:xfrm>
            <a:off x="394770" y="936056"/>
            <a:ext cx="11402460" cy="5157240"/>
          </a:xfrm>
          <a:prstGeom prst="rect">
            <a:avLst/>
          </a:prstGeom>
          <a:solidFill>
            <a:schemeClr val="bg1">
              <a:alpha val="84000"/>
            </a:schemeClr>
          </a:solidFill>
          <a:ln w="38100" cmpd="sng">
            <a:noFill/>
            <a:prstDash val="solid"/>
          </a:ln>
        </p:spPr>
        <p:txBody>
          <a:bodyPr vert="horz" lIns="91440" tIns="45720" rIns="91440" bIns="45720" rtlCol="0" anchor="ctr">
            <a:noAutofit/>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1800" b="1" dirty="0"/>
          </a:p>
        </p:txBody>
      </p:sp>
      <p:sp>
        <p:nvSpPr>
          <p:cNvPr id="24" name="Title 1"/>
          <p:cNvSpPr txBox="1">
            <a:spLocks/>
          </p:cNvSpPr>
          <p:nvPr userDrawn="1"/>
        </p:nvSpPr>
        <p:spPr>
          <a:xfrm>
            <a:off x="0" y="6316809"/>
            <a:ext cx="12192000" cy="540000"/>
          </a:xfrm>
          <a:prstGeom prst="rect">
            <a:avLst/>
          </a:prstGeom>
          <a:solidFill>
            <a:srgbClr val="F0F0F0"/>
          </a:solidFill>
          <a:ln w="38100" cmpd="sng">
            <a:noFill/>
            <a:prstDash val="solid"/>
          </a:ln>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3600" b="1" dirty="0"/>
          </a:p>
        </p:txBody>
      </p:sp>
      <p:pic>
        <p:nvPicPr>
          <p:cNvPr id="25" name="Picture 24"/>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310164" y="6453336"/>
            <a:ext cx="3298816" cy="306637"/>
          </a:xfrm>
          <a:prstGeom prst="rect">
            <a:avLst/>
          </a:prstGeom>
        </p:spPr>
      </p:pic>
      <p:sp>
        <p:nvSpPr>
          <p:cNvPr id="26" name="Title Placeholder 1"/>
          <p:cNvSpPr>
            <a:spLocks noGrp="1"/>
          </p:cNvSpPr>
          <p:nvPr>
            <p:ph type="title"/>
          </p:nvPr>
        </p:nvSpPr>
        <p:spPr>
          <a:xfrm>
            <a:off x="0" y="0"/>
            <a:ext cx="12192000" cy="684000"/>
          </a:xfrm>
          <a:prstGeom prst="rect">
            <a:avLst/>
          </a:prstGeom>
          <a:solidFill>
            <a:srgbClr val="F0F0F0"/>
          </a:solidFill>
        </p:spPr>
        <p:txBody>
          <a:bodyPr vert="horz" lIns="91440" tIns="45720" rIns="91440" bIns="45720" rtlCol="0" anchor="ctr">
            <a:normAutofit/>
          </a:bodyPr>
          <a:lstStyle/>
          <a:p>
            <a:r>
              <a:rPr lang="en-US" dirty="0"/>
              <a:t>Click to edit Master title style</a:t>
            </a:r>
            <a:endParaRPr lang="en-CA" dirty="0"/>
          </a:p>
        </p:txBody>
      </p:sp>
      <p:sp>
        <p:nvSpPr>
          <p:cNvPr id="27" name="Text Placeholder 2"/>
          <p:cNvSpPr>
            <a:spLocks noGrp="1"/>
          </p:cNvSpPr>
          <p:nvPr>
            <p:ph type="body" idx="1"/>
          </p:nvPr>
        </p:nvSpPr>
        <p:spPr>
          <a:xfrm>
            <a:off x="609600" y="990600"/>
            <a:ext cx="10972800" cy="5135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30" name="TextBox 29"/>
          <p:cNvSpPr txBox="1"/>
          <p:nvPr userDrawn="1"/>
        </p:nvSpPr>
        <p:spPr>
          <a:xfrm>
            <a:off x="11424592" y="6351711"/>
            <a:ext cx="839416" cy="461665"/>
          </a:xfrm>
          <a:prstGeom prst="rect">
            <a:avLst/>
          </a:prstGeom>
          <a:noFill/>
        </p:spPr>
        <p:txBody>
          <a:bodyPr wrap="square" rtlCol="0">
            <a:spAutoFit/>
          </a:bodyPr>
          <a:lstStyle/>
          <a:p>
            <a:pPr marL="0" marR="0" indent="0" algn="l" defTabSz="914400" rtl="0" eaLnBrk="1" fontAlgn="base" latinLnBrk="0" hangingPunct="1">
              <a:lnSpc>
                <a:spcPct val="100000"/>
              </a:lnSpc>
              <a:spcBef>
                <a:spcPct val="0"/>
              </a:spcBef>
              <a:spcAft>
                <a:spcPct val="0"/>
              </a:spcAft>
              <a:buClrTx/>
              <a:buSzTx/>
              <a:buFontTx/>
              <a:buNone/>
              <a:tabLst/>
              <a:defRPr/>
            </a:pPr>
            <a:fld id="{E7FB1D6B-A3F5-4E70-95BC-32D49588B2FD}" type="slidenum">
              <a:rPr lang="en-US" sz="2400" b="1" smtClean="0">
                <a:solidFill>
                  <a:schemeClr val="tx1">
                    <a:lumMod val="50000"/>
                    <a:lumOff val="50000"/>
                  </a:schemeClr>
                </a:solidFill>
                <a:latin typeface="Calibri" pitchFamily="34" charset="0"/>
                <a:cs typeface="Calibri" pitchFamily="34" charset="0"/>
              </a:rPr>
              <a:pPr marL="0" marR="0" indent="0" algn="l" defTabSz="914400" rtl="0" eaLnBrk="1" fontAlgn="base" latinLnBrk="0" hangingPunct="1">
                <a:lnSpc>
                  <a:spcPct val="100000"/>
                </a:lnSpc>
                <a:spcBef>
                  <a:spcPct val="0"/>
                </a:spcBef>
                <a:spcAft>
                  <a:spcPct val="0"/>
                </a:spcAft>
                <a:buClrTx/>
                <a:buSzTx/>
                <a:buFontTx/>
                <a:buNone/>
                <a:tabLst/>
                <a:defRPr/>
              </a:pPr>
              <a:t>‹#›</a:t>
            </a:fld>
            <a:endParaRPr lang="en-US" sz="2400" b="1" dirty="0">
              <a:solidFill>
                <a:schemeClr val="tx1">
                  <a:lumMod val="50000"/>
                  <a:lumOff val="50000"/>
                </a:schemeClr>
              </a:solidFill>
              <a:latin typeface="Calibri" pitchFamily="34" charset="0"/>
              <a:cs typeface="Calibri" pitchFamily="34" charset="0"/>
            </a:endParaRPr>
          </a:p>
        </p:txBody>
      </p:sp>
      <p:cxnSp>
        <p:nvCxnSpPr>
          <p:cNvPr id="31" name="Straight Connector 30"/>
          <p:cNvCxnSpPr/>
          <p:nvPr userDrawn="1"/>
        </p:nvCxnSpPr>
        <p:spPr>
          <a:xfrm>
            <a:off x="11280576" y="6427886"/>
            <a:ext cx="0" cy="31784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21"/>
    </p:custDataLst>
    <p:extLst>
      <p:ext uri="{BB962C8B-B14F-4D97-AF65-F5344CB8AC3E}">
        <p14:creationId xmlns:p14="http://schemas.microsoft.com/office/powerpoint/2010/main" val="3195656259"/>
      </p:ext>
    </p:extLst>
  </p:cSld>
  <p:clrMap bg1="lt1" tx1="dk1" bg2="lt2" tx2="dk2" accent1="accent1" accent2="accent2" accent3="accent3" accent4="accent4" accent5="accent5" accent6="accent6" hlink="hlink" folHlink="folHlink"/>
  <p:sldLayoutIdLst>
    <p:sldLayoutId id="2147483874" r:id="rId1"/>
    <p:sldLayoutId id="2147483814" r:id="rId2"/>
    <p:sldLayoutId id="2147483857" r:id="rId3"/>
    <p:sldLayoutId id="2147483855" r:id="rId4"/>
    <p:sldLayoutId id="2147483858" r:id="rId5"/>
    <p:sldLayoutId id="2147483856" r:id="rId6"/>
    <p:sldLayoutId id="2147483859" r:id="rId7"/>
    <p:sldLayoutId id="2147483840" r:id="rId8"/>
    <p:sldLayoutId id="2147483815" r:id="rId9"/>
    <p:sldLayoutId id="2147483818" r:id="rId10"/>
    <p:sldLayoutId id="2147483816" r:id="rId11"/>
    <p:sldLayoutId id="2147483876" r:id="rId12"/>
    <p:sldLayoutId id="2147483878" r:id="rId13"/>
    <p:sldLayoutId id="2147483879" r:id="rId14"/>
    <p:sldLayoutId id="2147483880" r:id="rId15"/>
    <p:sldLayoutId id="2147483881" r:id="rId16"/>
    <p:sldLayoutId id="2147483882" r:id="rId17"/>
    <p:sldLayoutId id="2147483883" r:id="rId18"/>
    <p:sldLayoutId id="2147483884" r:id="rId19"/>
  </p:sldLayoutIdLst>
  <p:hf hdr="0" ftr="0" dt="0"/>
  <p:txStyles>
    <p:titleStyle>
      <a:lvl1pPr algn="ctr" defTabSz="914400" rtl="0" eaLnBrk="1" latinLnBrk="0" hangingPunct="1">
        <a:spcBef>
          <a:spcPct val="0"/>
        </a:spcBef>
        <a:buNone/>
        <a:defRPr sz="3600" b="1" kern="1200">
          <a:solidFill>
            <a:schemeClr val="tx1">
              <a:lumMod val="85000"/>
              <a:lumOff val="1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1.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System Security</a:t>
            </a:r>
            <a:br>
              <a:rPr lang="en-US" dirty="0"/>
            </a:br>
            <a:r>
              <a:rPr lang="en-US" dirty="0"/>
              <a:t>CMIS 422</a:t>
            </a:r>
            <a:br>
              <a:rPr lang="en-US" dirty="0"/>
            </a:br>
            <a:r>
              <a:rPr lang="en-CA" dirty="0"/>
              <a:t>Database security</a:t>
            </a:r>
            <a:br>
              <a:rPr lang="en-US" dirty="0"/>
            </a:br>
            <a:r>
              <a:rPr lang="en-US" dirty="0"/>
              <a:t>Module 9</a:t>
            </a:r>
            <a:br>
              <a:rPr lang="en-US" dirty="0"/>
            </a:br>
            <a:br>
              <a:rPr lang="en-US" dirty="0"/>
            </a:br>
            <a:br>
              <a:rPr lang="en-US" sz="3100" dirty="0"/>
            </a:br>
            <a:r>
              <a:rPr lang="en-US" sz="3100" dirty="0"/>
              <a:t>Mona </a:t>
            </a:r>
            <a:r>
              <a:rPr lang="en-US" sz="3100" dirty="0" err="1"/>
              <a:t>Taghavi</a:t>
            </a:r>
            <a:endParaRPr lang="en-CA" dirty="0"/>
          </a:p>
        </p:txBody>
      </p:sp>
    </p:spTree>
    <p:custDataLst>
      <p:tags r:id="rId1"/>
    </p:custDataLst>
    <p:extLst>
      <p:ext uri="{BB962C8B-B14F-4D97-AF65-F5344CB8AC3E}">
        <p14:creationId xmlns:p14="http://schemas.microsoft.com/office/powerpoint/2010/main" val="208674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447800"/>
            <a:ext cx="10972800" cy="3962400"/>
          </a:xfrm>
        </p:spPr>
        <p:txBody>
          <a:bodyPr>
            <a:normAutofit lnSpcReduction="10000"/>
          </a:bodyPr>
          <a:lstStyle/>
          <a:p>
            <a:r>
              <a:rPr lang="en-US" dirty="0"/>
              <a:t>Basic database terminology</a:t>
            </a:r>
          </a:p>
          <a:p>
            <a:r>
              <a:rPr lang="en-US" dirty="0"/>
              <a:t>SQL injection attack</a:t>
            </a:r>
          </a:p>
          <a:p>
            <a:endParaRPr lang="en-US" sz="1000" dirty="0"/>
          </a:p>
          <a:p>
            <a:r>
              <a:rPr lang="en-US" dirty="0"/>
              <a:t>Security requirements for databases</a:t>
            </a:r>
          </a:p>
          <a:p>
            <a:endParaRPr lang="en-US" sz="1000" dirty="0"/>
          </a:p>
          <a:p>
            <a:r>
              <a:rPr lang="en-US" dirty="0"/>
              <a:t>Implementing access controls in databases</a:t>
            </a:r>
          </a:p>
          <a:p>
            <a:endParaRPr lang="en-US" sz="1000" dirty="0"/>
          </a:p>
          <a:p>
            <a:r>
              <a:rPr lang="en-US" dirty="0"/>
              <a:t>Protecting sensitive data</a:t>
            </a:r>
          </a:p>
          <a:p>
            <a:endParaRPr lang="en-US" sz="1000" dirty="0"/>
          </a:p>
          <a:p>
            <a:r>
              <a:rPr lang="en-US" dirty="0"/>
              <a:t>Data mining and big data</a:t>
            </a:r>
          </a:p>
        </p:txBody>
      </p:sp>
      <p:sp>
        <p:nvSpPr>
          <p:cNvPr id="2" name="Title 1"/>
          <p:cNvSpPr>
            <a:spLocks noGrp="1"/>
          </p:cNvSpPr>
          <p:nvPr>
            <p:ph type="title"/>
          </p:nvPr>
        </p:nvSpPr>
        <p:spPr/>
        <p:txBody>
          <a:bodyPr/>
          <a:lstStyle/>
          <a:p>
            <a:r>
              <a:rPr lang="en-US" dirty="0"/>
              <a:t>Session Overview</a:t>
            </a:r>
          </a:p>
        </p:txBody>
      </p:sp>
    </p:spTree>
    <p:extLst>
      <p:ext uri="{BB962C8B-B14F-4D97-AF65-F5344CB8AC3E}">
        <p14:creationId xmlns:p14="http://schemas.microsoft.com/office/powerpoint/2010/main" val="429071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66E96C-6E40-49E0-985B-9E00CEE0BB09}"/>
              </a:ext>
            </a:extLst>
          </p:cNvPr>
          <p:cNvSpPr>
            <a:spLocks noGrp="1"/>
          </p:cNvSpPr>
          <p:nvPr>
            <p:ph type="title"/>
          </p:nvPr>
        </p:nvSpPr>
        <p:spPr/>
        <p:txBody>
          <a:bodyPr/>
          <a:lstStyle/>
          <a:p>
            <a:r>
              <a:rPr lang="en-US" dirty="0"/>
              <a:t>DBMS</a:t>
            </a:r>
          </a:p>
        </p:txBody>
      </p:sp>
      <p:pic>
        <p:nvPicPr>
          <p:cNvPr id="1026" name="Picture 2" descr="What is a database management system or DBMS | Quest">
            <a:extLst>
              <a:ext uri="{FF2B5EF4-FFF2-40B4-BE49-F238E27FC236}">
                <a16:creationId xmlns:a16="http://schemas.microsoft.com/office/drawing/2014/main" id="{5B21566D-B11A-4E71-A1C9-7322F60B38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1055" y="990600"/>
            <a:ext cx="9129890" cy="513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143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Queries</a:t>
            </a:r>
          </a:p>
        </p:txBody>
      </p:sp>
      <p:sp>
        <p:nvSpPr>
          <p:cNvPr id="6" name="Text Placeholder 5"/>
          <p:cNvSpPr>
            <a:spLocks noGrp="1"/>
          </p:cNvSpPr>
          <p:nvPr>
            <p:ph type="body" sz="half" idx="14"/>
          </p:nvPr>
        </p:nvSpPr>
        <p:spPr/>
        <p:txBody>
          <a:bodyPr>
            <a:normAutofit fontScale="92500"/>
          </a:bodyPr>
          <a:lstStyle/>
          <a:p>
            <a:r>
              <a:rPr lang="en-US" dirty="0"/>
              <a:t>A query is a command that tells the database to retrieve, modify, add, or delete a field or record</a:t>
            </a:r>
          </a:p>
          <a:p>
            <a:r>
              <a:rPr lang="en-US" dirty="0"/>
              <a:t>The most common database query language is SQL</a:t>
            </a:r>
          </a:p>
          <a:p>
            <a:endParaRPr lang="en-US" dirty="0"/>
          </a:p>
        </p:txBody>
      </p:sp>
      <p:sp>
        <p:nvSpPr>
          <p:cNvPr id="3" name="Content Placeholder 2"/>
          <p:cNvSpPr>
            <a:spLocks noGrp="1"/>
          </p:cNvSpPr>
          <p:nvPr>
            <p:ph type="body" sz="half" idx="2"/>
          </p:nvPr>
        </p:nvSpPr>
        <p:spPr/>
        <p:txBody>
          <a:bodyPr>
            <a:normAutofit/>
          </a:bodyPr>
          <a:lstStyle/>
          <a:p>
            <a:r>
              <a:rPr lang="en-US" dirty="0"/>
              <a:t>What is a Query?</a:t>
            </a:r>
          </a:p>
        </p:txBody>
      </p:sp>
      <p:sp>
        <p:nvSpPr>
          <p:cNvPr id="4" name="Slide Number Placeholder 3"/>
          <p:cNvSpPr>
            <a:spLocks noGrp="1"/>
          </p:cNvSpPr>
          <p:nvPr>
            <p:ph type="sldNum" sz="quarter" idx="4294967295"/>
          </p:nvPr>
        </p:nvSpPr>
        <p:spPr/>
        <p:txBody>
          <a:bodyPr/>
          <a:lstStyle/>
          <a:p>
            <a:fld id="{5BFA158B-7C94-F543-87DB-41F59EA4FAFA}" type="slidenum">
              <a:rPr lang="en-US" smtClean="0">
                <a:latin typeface="Arial"/>
              </a:rPr>
              <a:pPr/>
              <a:t>4</a:t>
            </a:fld>
            <a:endParaRPr lang="en-US">
              <a:latin typeface="Arial"/>
            </a:endParaRPr>
          </a:p>
        </p:txBody>
      </p:sp>
    </p:spTree>
    <p:extLst>
      <p:ext uri="{BB962C8B-B14F-4D97-AF65-F5344CB8AC3E}">
        <p14:creationId xmlns:p14="http://schemas.microsoft.com/office/powerpoint/2010/main" val="136197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latin typeface="Courier New"/>
                <a:cs typeface="Courier New"/>
              </a:rPr>
              <a:t>SELECT ZIP=‘43210’</a:t>
            </a:r>
          </a:p>
        </p:txBody>
      </p:sp>
      <p:sp>
        <p:nvSpPr>
          <p:cNvPr id="4" name="Slide Number Placeholder 3"/>
          <p:cNvSpPr>
            <a:spLocks noGrp="1"/>
          </p:cNvSpPr>
          <p:nvPr>
            <p:ph type="sldNum" sz="quarter" idx="12"/>
          </p:nvPr>
        </p:nvSpPr>
        <p:spPr/>
        <p:txBody>
          <a:bodyPr/>
          <a:lstStyle/>
          <a:p>
            <a:endParaRPr lang="en-US" dirty="0">
              <a:latin typeface="Arial"/>
            </a:endParaRPr>
          </a:p>
        </p:txBody>
      </p:sp>
      <p:pic>
        <p:nvPicPr>
          <p:cNvPr id="5" name="Picture 4" descr="Screen Shot 2015-09-13 at 10.07.3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8100" y="2542235"/>
            <a:ext cx="7035800" cy="2819400"/>
          </a:xfrm>
          <a:prstGeom prst="rect">
            <a:avLst/>
          </a:prstGeom>
        </p:spPr>
      </p:pic>
      <p:sp>
        <p:nvSpPr>
          <p:cNvPr id="6" name="Title 5"/>
          <p:cNvSpPr>
            <a:spLocks noGrp="1"/>
          </p:cNvSpPr>
          <p:nvPr>
            <p:ph type="title"/>
          </p:nvPr>
        </p:nvSpPr>
        <p:spPr/>
        <p:txBody>
          <a:bodyPr/>
          <a:lstStyle/>
          <a:p>
            <a:r>
              <a:rPr lang="en-US" dirty="0"/>
              <a:t>Example SQL Query</a:t>
            </a:r>
            <a:endParaRPr lang="en-CA" dirty="0"/>
          </a:p>
        </p:txBody>
      </p:sp>
    </p:spTree>
    <p:extLst>
      <p:ext uri="{BB962C8B-B14F-4D97-AF65-F5344CB8AC3E}">
        <p14:creationId xmlns:p14="http://schemas.microsoft.com/office/powerpoint/2010/main" val="2889057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
            <a:extLst>
              <a:ext uri="{FF2B5EF4-FFF2-40B4-BE49-F238E27FC236}">
                <a16:creationId xmlns:a16="http://schemas.microsoft.com/office/drawing/2014/main" id="{1A79D1D6-553C-464D-8CCF-CA6CF8DCEAAB}"/>
              </a:ext>
            </a:extLst>
          </p:cNvPr>
          <p:cNvSpPr>
            <a:spLocks noGrp="1"/>
          </p:cNvSpPr>
          <p:nvPr>
            <p:ph type="title"/>
          </p:nvPr>
        </p:nvSpPr>
        <p:spPr/>
        <p:txBody>
          <a:bodyPr/>
          <a:lstStyle/>
          <a:p>
            <a:pPr eaLnBrk="1" hangingPunct="1"/>
            <a:r>
              <a:rPr lang="en-US" altLang="en-US"/>
              <a:t>SQL Injection: Basic Idea</a:t>
            </a:r>
          </a:p>
        </p:txBody>
      </p:sp>
      <p:pic>
        <p:nvPicPr>
          <p:cNvPr id="44035" name="Picture 18" descr="toshiba_satellite_a105_s4284_laptop">
            <a:extLst>
              <a:ext uri="{FF2B5EF4-FFF2-40B4-BE49-F238E27FC236}">
                <a16:creationId xmlns:a16="http://schemas.microsoft.com/office/drawing/2014/main" id="{A513A863-7989-42D7-8486-9303B9987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914" y="2667000"/>
            <a:ext cx="1436687"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11" descr="CompaqAlphaServerES40">
            <a:extLst>
              <a:ext uri="{FF2B5EF4-FFF2-40B4-BE49-F238E27FC236}">
                <a16:creationId xmlns:a16="http://schemas.microsoft.com/office/drawing/2014/main" id="{918BDFE2-C641-448B-B1C8-06C9AE7A5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2438" y="4572001"/>
            <a:ext cx="11557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4" descr="DS15serverfront">
            <a:extLst>
              <a:ext uri="{FF2B5EF4-FFF2-40B4-BE49-F238E27FC236}">
                <a16:creationId xmlns:a16="http://schemas.microsoft.com/office/drawing/2014/main" id="{532AA164-F292-46B3-A08D-A63EC06370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1" y="1905000"/>
            <a:ext cx="2436813"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Text Box 6">
            <a:extLst>
              <a:ext uri="{FF2B5EF4-FFF2-40B4-BE49-F238E27FC236}">
                <a16:creationId xmlns:a16="http://schemas.microsoft.com/office/drawing/2014/main" id="{954CA8A6-01D8-42DD-A616-EF3122FCE4B3}"/>
              </a:ext>
            </a:extLst>
          </p:cNvPr>
          <p:cNvSpPr txBox="1">
            <a:spLocks noChangeArrowheads="1"/>
          </p:cNvSpPr>
          <p:nvPr/>
        </p:nvSpPr>
        <p:spPr bwMode="auto">
          <a:xfrm>
            <a:off x="7313613" y="1524000"/>
            <a:ext cx="1559914" cy="400110"/>
          </a:xfrm>
          <a:prstGeom prst="rect">
            <a:avLst/>
          </a:prstGeom>
          <a:noFill/>
          <a:ln w="9525">
            <a:noFill/>
            <a:miter lim="800000"/>
            <a:headEnd/>
            <a:tailEnd/>
          </a:ln>
        </p:spPr>
        <p:txBody>
          <a:bodyPr wrap="none">
            <a:spAutoFit/>
          </a:bodyPr>
          <a:lstStyle/>
          <a:p>
            <a:pPr algn="l">
              <a:buFontTx/>
              <a:buNone/>
              <a:defRPr/>
            </a:pPr>
            <a:r>
              <a:rPr lang="en-US" sz="2000" dirty="0"/>
              <a:t>Victim server</a:t>
            </a:r>
          </a:p>
        </p:txBody>
      </p:sp>
      <p:sp>
        <p:nvSpPr>
          <p:cNvPr id="14344" name="Text Box 6">
            <a:extLst>
              <a:ext uri="{FF2B5EF4-FFF2-40B4-BE49-F238E27FC236}">
                <a16:creationId xmlns:a16="http://schemas.microsoft.com/office/drawing/2014/main" id="{F299FE81-2FAD-414B-B823-EA80AF59547A}"/>
              </a:ext>
            </a:extLst>
          </p:cNvPr>
          <p:cNvSpPr txBox="1">
            <a:spLocks noChangeArrowheads="1"/>
          </p:cNvSpPr>
          <p:nvPr/>
        </p:nvSpPr>
        <p:spPr bwMode="auto">
          <a:xfrm>
            <a:off x="8024813" y="6000750"/>
            <a:ext cx="1661032" cy="400110"/>
          </a:xfrm>
          <a:prstGeom prst="rect">
            <a:avLst/>
          </a:prstGeom>
          <a:noFill/>
          <a:ln w="9525">
            <a:noFill/>
            <a:miter lim="800000"/>
            <a:headEnd/>
            <a:tailEnd/>
          </a:ln>
        </p:spPr>
        <p:txBody>
          <a:bodyPr wrap="none">
            <a:spAutoFit/>
          </a:bodyPr>
          <a:lstStyle/>
          <a:p>
            <a:pPr algn="l">
              <a:buFontTx/>
              <a:buNone/>
              <a:defRPr/>
            </a:pPr>
            <a:r>
              <a:rPr lang="en-US" sz="2000" dirty="0"/>
              <a:t>Victim SQL DB</a:t>
            </a:r>
          </a:p>
        </p:txBody>
      </p:sp>
      <p:cxnSp>
        <p:nvCxnSpPr>
          <p:cNvPr id="44040" name="Straight Arrow Connector 17">
            <a:extLst>
              <a:ext uri="{FF2B5EF4-FFF2-40B4-BE49-F238E27FC236}">
                <a16:creationId xmlns:a16="http://schemas.microsoft.com/office/drawing/2014/main" id="{7C89E06B-1E95-42AC-86E0-CB334635D3AB}"/>
              </a:ext>
            </a:extLst>
          </p:cNvPr>
          <p:cNvCxnSpPr>
            <a:cxnSpLocks noChangeShapeType="1"/>
          </p:cNvCxnSpPr>
          <p:nvPr/>
        </p:nvCxnSpPr>
        <p:spPr bwMode="auto">
          <a:xfrm flipV="1">
            <a:off x="3951288" y="2257425"/>
            <a:ext cx="2830512" cy="61753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4346" name="Text Box 6">
            <a:extLst>
              <a:ext uri="{FF2B5EF4-FFF2-40B4-BE49-F238E27FC236}">
                <a16:creationId xmlns:a16="http://schemas.microsoft.com/office/drawing/2014/main" id="{914D6DD0-BA64-4881-9B32-E5B10A147DD1}"/>
              </a:ext>
            </a:extLst>
          </p:cNvPr>
          <p:cNvSpPr txBox="1">
            <a:spLocks noChangeArrowheads="1"/>
          </p:cNvSpPr>
          <p:nvPr/>
        </p:nvSpPr>
        <p:spPr bwMode="auto">
          <a:xfrm>
            <a:off x="2220913" y="2257425"/>
            <a:ext cx="1052724" cy="400110"/>
          </a:xfrm>
          <a:prstGeom prst="rect">
            <a:avLst/>
          </a:prstGeom>
          <a:noFill/>
          <a:ln w="9525">
            <a:noFill/>
            <a:miter lim="800000"/>
            <a:headEnd/>
            <a:tailEnd/>
          </a:ln>
        </p:spPr>
        <p:txBody>
          <a:bodyPr wrap="none">
            <a:spAutoFit/>
          </a:bodyPr>
          <a:lstStyle/>
          <a:p>
            <a:pPr algn="l">
              <a:buFontTx/>
              <a:buNone/>
              <a:defRPr/>
            </a:pPr>
            <a:r>
              <a:rPr lang="en-US" sz="2000"/>
              <a:t>Attacker</a:t>
            </a:r>
          </a:p>
        </p:txBody>
      </p:sp>
      <p:sp>
        <p:nvSpPr>
          <p:cNvPr id="14347" name="TextBox 19">
            <a:extLst>
              <a:ext uri="{FF2B5EF4-FFF2-40B4-BE49-F238E27FC236}">
                <a16:creationId xmlns:a16="http://schemas.microsoft.com/office/drawing/2014/main" id="{5EF6C662-7887-4B33-AE11-2B1AA0CA27EF}"/>
              </a:ext>
            </a:extLst>
          </p:cNvPr>
          <p:cNvSpPr txBox="1">
            <a:spLocks noChangeArrowheads="1"/>
          </p:cNvSpPr>
          <p:nvPr/>
        </p:nvSpPr>
        <p:spPr bwMode="auto">
          <a:xfrm rot="20890924">
            <a:off x="4200762" y="2070070"/>
            <a:ext cx="2242665" cy="400110"/>
          </a:xfrm>
          <a:prstGeom prst="rect">
            <a:avLst/>
          </a:prstGeom>
          <a:noFill/>
          <a:ln w="9525">
            <a:noFill/>
            <a:miter lim="800000"/>
            <a:headEnd/>
            <a:tailEnd/>
          </a:ln>
        </p:spPr>
        <p:txBody>
          <a:bodyPr wrap="none">
            <a:spAutoFit/>
          </a:bodyPr>
          <a:lstStyle/>
          <a:p>
            <a:pPr algn="l">
              <a:buFontTx/>
              <a:buNone/>
              <a:defRPr/>
            </a:pPr>
            <a:r>
              <a:rPr lang="en-US" sz="2000" dirty="0"/>
              <a:t>post malicious form</a:t>
            </a:r>
          </a:p>
        </p:txBody>
      </p:sp>
      <p:cxnSp>
        <p:nvCxnSpPr>
          <p:cNvPr id="44043" name="Straight Arrow Connector 20">
            <a:extLst>
              <a:ext uri="{FF2B5EF4-FFF2-40B4-BE49-F238E27FC236}">
                <a16:creationId xmlns:a16="http://schemas.microsoft.com/office/drawing/2014/main" id="{B9D79F19-3EFB-4E11-9F11-9B6BE3421192}"/>
              </a:ext>
            </a:extLst>
          </p:cNvPr>
          <p:cNvCxnSpPr>
            <a:cxnSpLocks noChangeShapeType="1"/>
          </p:cNvCxnSpPr>
          <p:nvPr/>
        </p:nvCxnSpPr>
        <p:spPr bwMode="auto">
          <a:xfrm rot="5400000">
            <a:off x="7708901" y="3651251"/>
            <a:ext cx="1801812" cy="1587"/>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4349" name="TextBox 24">
            <a:extLst>
              <a:ext uri="{FF2B5EF4-FFF2-40B4-BE49-F238E27FC236}">
                <a16:creationId xmlns:a16="http://schemas.microsoft.com/office/drawing/2014/main" id="{57302A5F-B937-420B-97A2-A6A48587B4CC}"/>
              </a:ext>
            </a:extLst>
          </p:cNvPr>
          <p:cNvSpPr txBox="1">
            <a:spLocks noChangeArrowheads="1"/>
          </p:cNvSpPr>
          <p:nvPr/>
        </p:nvSpPr>
        <p:spPr bwMode="auto">
          <a:xfrm>
            <a:off x="8801100" y="3482976"/>
            <a:ext cx="1485900" cy="708025"/>
          </a:xfrm>
          <a:prstGeom prst="rect">
            <a:avLst/>
          </a:prstGeom>
          <a:noFill/>
          <a:ln w="9525">
            <a:noFill/>
            <a:miter lim="800000"/>
            <a:headEnd/>
            <a:tailEnd/>
          </a:ln>
        </p:spPr>
        <p:txBody>
          <a:bodyPr>
            <a:spAutoFit/>
          </a:bodyPr>
          <a:lstStyle/>
          <a:p>
            <a:pPr algn="l">
              <a:buFontTx/>
              <a:buNone/>
              <a:defRPr/>
            </a:pPr>
            <a:r>
              <a:rPr lang="en-US" sz="2000"/>
              <a:t>unintended query</a:t>
            </a:r>
          </a:p>
        </p:txBody>
      </p:sp>
      <p:sp>
        <p:nvSpPr>
          <p:cNvPr id="14350" name="TextBox 29">
            <a:extLst>
              <a:ext uri="{FF2B5EF4-FFF2-40B4-BE49-F238E27FC236}">
                <a16:creationId xmlns:a16="http://schemas.microsoft.com/office/drawing/2014/main" id="{8A4F7DC9-5E4E-4EE3-A869-59DD63B2B837}"/>
              </a:ext>
            </a:extLst>
          </p:cNvPr>
          <p:cNvSpPr txBox="1">
            <a:spLocks noChangeArrowheads="1"/>
          </p:cNvSpPr>
          <p:nvPr/>
        </p:nvSpPr>
        <p:spPr bwMode="auto">
          <a:xfrm>
            <a:off x="4676776" y="3486150"/>
            <a:ext cx="2638425" cy="400050"/>
          </a:xfrm>
          <a:prstGeom prst="rect">
            <a:avLst/>
          </a:prstGeom>
          <a:noFill/>
          <a:ln w="9525">
            <a:noFill/>
            <a:miter lim="800000"/>
            <a:headEnd/>
            <a:tailEnd/>
          </a:ln>
        </p:spPr>
        <p:txBody>
          <a:bodyPr>
            <a:spAutoFit/>
          </a:bodyPr>
          <a:lstStyle/>
          <a:p>
            <a:pPr algn="l">
              <a:buFontTx/>
              <a:buNone/>
              <a:defRPr/>
            </a:pPr>
            <a:r>
              <a:rPr lang="en-US" sz="2000" dirty="0"/>
              <a:t>receive data from DB</a:t>
            </a:r>
          </a:p>
        </p:txBody>
      </p:sp>
      <p:sp>
        <p:nvSpPr>
          <p:cNvPr id="44046" name="Oval 30">
            <a:extLst>
              <a:ext uri="{FF2B5EF4-FFF2-40B4-BE49-F238E27FC236}">
                <a16:creationId xmlns:a16="http://schemas.microsoft.com/office/drawing/2014/main" id="{BD5E93F6-2B1C-49C6-B7D7-42C97FB9680B}"/>
              </a:ext>
            </a:extLst>
          </p:cNvPr>
          <p:cNvSpPr>
            <a:spLocks noChangeArrowheads="1"/>
          </p:cNvSpPr>
          <p:nvPr/>
        </p:nvSpPr>
        <p:spPr bwMode="auto">
          <a:xfrm>
            <a:off x="3749676" y="2378076"/>
            <a:ext cx="365125" cy="365125"/>
          </a:xfrm>
          <a:prstGeom prst="ellipse">
            <a:avLst/>
          </a:prstGeom>
          <a:solidFill>
            <a:schemeClr val="bg1"/>
          </a:solidFill>
          <a:ln w="12700" algn="ctr">
            <a:solidFill>
              <a:schemeClr val="tx1"/>
            </a:solidFill>
            <a:round/>
            <a:headEnd/>
            <a:tailEnd type="triangle" w="lg" len="me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l">
              <a:buFontTx/>
              <a:buNone/>
            </a:pPr>
            <a:r>
              <a:rPr lang="en-US" altLang="en-US" sz="2000">
                <a:solidFill>
                  <a:schemeClr val="tx1"/>
                </a:solidFill>
              </a:rPr>
              <a:t>1</a:t>
            </a:r>
          </a:p>
        </p:txBody>
      </p:sp>
      <p:sp>
        <p:nvSpPr>
          <p:cNvPr id="44047" name="Oval 31">
            <a:extLst>
              <a:ext uri="{FF2B5EF4-FFF2-40B4-BE49-F238E27FC236}">
                <a16:creationId xmlns:a16="http://schemas.microsoft.com/office/drawing/2014/main" id="{B37AF748-F627-421B-929C-C71242697B41}"/>
              </a:ext>
            </a:extLst>
          </p:cNvPr>
          <p:cNvSpPr>
            <a:spLocks noChangeArrowheads="1"/>
          </p:cNvSpPr>
          <p:nvPr/>
        </p:nvSpPr>
        <p:spPr bwMode="auto">
          <a:xfrm>
            <a:off x="8731251" y="3090864"/>
            <a:ext cx="365125" cy="365125"/>
          </a:xfrm>
          <a:prstGeom prst="ellipse">
            <a:avLst/>
          </a:prstGeom>
          <a:solidFill>
            <a:schemeClr val="bg1"/>
          </a:solidFill>
          <a:ln w="12700" algn="ctr">
            <a:solidFill>
              <a:schemeClr val="tx1"/>
            </a:solidFill>
            <a:round/>
            <a:headEnd/>
            <a:tailEnd type="triangle" w="lg" len="me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l">
              <a:buFontTx/>
              <a:buNone/>
            </a:pPr>
            <a:r>
              <a:rPr lang="en-US" altLang="en-US" sz="2000">
                <a:solidFill>
                  <a:schemeClr val="tx1"/>
                </a:solidFill>
              </a:rPr>
              <a:t>2</a:t>
            </a:r>
          </a:p>
        </p:txBody>
      </p:sp>
      <p:sp>
        <p:nvSpPr>
          <p:cNvPr id="44048" name="Oval 32">
            <a:extLst>
              <a:ext uri="{FF2B5EF4-FFF2-40B4-BE49-F238E27FC236}">
                <a16:creationId xmlns:a16="http://schemas.microsoft.com/office/drawing/2014/main" id="{D177321F-0B5B-412B-8192-0DD5844E634F}"/>
              </a:ext>
            </a:extLst>
          </p:cNvPr>
          <p:cNvSpPr>
            <a:spLocks noChangeArrowheads="1"/>
          </p:cNvSpPr>
          <p:nvPr/>
        </p:nvSpPr>
        <p:spPr bwMode="auto">
          <a:xfrm>
            <a:off x="4300539" y="3505201"/>
            <a:ext cx="365125" cy="365125"/>
          </a:xfrm>
          <a:prstGeom prst="ellipse">
            <a:avLst/>
          </a:prstGeom>
          <a:solidFill>
            <a:schemeClr val="bg1"/>
          </a:solidFill>
          <a:ln w="12700" algn="ctr">
            <a:solidFill>
              <a:schemeClr val="tx1"/>
            </a:solidFill>
            <a:round/>
            <a:headEnd/>
            <a:tailEnd type="triangle" w="lg" len="me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l">
              <a:buFontTx/>
              <a:buNone/>
            </a:pPr>
            <a:r>
              <a:rPr lang="en-US" altLang="en-US" sz="2000">
                <a:solidFill>
                  <a:schemeClr val="tx1"/>
                </a:solidFill>
              </a:rPr>
              <a:t>3</a:t>
            </a:r>
          </a:p>
        </p:txBody>
      </p:sp>
      <p:sp>
        <p:nvSpPr>
          <p:cNvPr id="14354" name="Freeform 37">
            <a:extLst>
              <a:ext uri="{FF2B5EF4-FFF2-40B4-BE49-F238E27FC236}">
                <a16:creationId xmlns:a16="http://schemas.microsoft.com/office/drawing/2014/main" id="{2EA9F192-8DE8-4E45-ABE7-DE73AFE33425}"/>
              </a:ext>
            </a:extLst>
          </p:cNvPr>
          <p:cNvSpPr>
            <a:spLocks noChangeArrowheads="1"/>
          </p:cNvSpPr>
          <p:nvPr/>
        </p:nvSpPr>
        <p:spPr bwMode="auto">
          <a:xfrm>
            <a:off x="3676650" y="2773364"/>
            <a:ext cx="4400550" cy="1703387"/>
          </a:xfrm>
          <a:custGeom>
            <a:avLst/>
            <a:gdLst>
              <a:gd name="T0" fmla="*/ 4400550 w 4400550"/>
              <a:gd name="T1" fmla="*/ 1703387 h 1703387"/>
              <a:gd name="T2" fmla="*/ 3295651 w 4400550"/>
              <a:gd name="T3" fmla="*/ 131762 h 1703387"/>
              <a:gd name="T4" fmla="*/ 0 w 4400550"/>
              <a:gd name="T5" fmla="*/ 912812 h 1703387"/>
              <a:gd name="T6" fmla="*/ 0 60000 65536"/>
              <a:gd name="T7" fmla="*/ 0 60000 65536"/>
              <a:gd name="T8" fmla="*/ 0 60000 65536"/>
              <a:gd name="T9" fmla="*/ 0 w 4400550"/>
              <a:gd name="T10" fmla="*/ 0 h 1703387"/>
              <a:gd name="T11" fmla="*/ 4400550 w 4400550"/>
              <a:gd name="T12" fmla="*/ 1703387 h 1703387"/>
            </a:gdLst>
            <a:ahLst/>
            <a:cxnLst>
              <a:cxn ang="T6">
                <a:pos x="T0" y="T1"/>
              </a:cxn>
              <a:cxn ang="T7">
                <a:pos x="T2" y="T3"/>
              </a:cxn>
              <a:cxn ang="T8">
                <a:pos x="T4" y="T5"/>
              </a:cxn>
            </a:cxnLst>
            <a:rect l="T9" t="T10" r="T11" b="T12"/>
            <a:pathLst>
              <a:path w="4400550" h="1703387">
                <a:moveTo>
                  <a:pt x="4400550" y="1703387"/>
                </a:moveTo>
                <a:cubicBezTo>
                  <a:pt x="4032250" y="1179512"/>
                  <a:pt x="4029076" y="263524"/>
                  <a:pt x="3295651" y="131762"/>
                </a:cubicBezTo>
                <a:cubicBezTo>
                  <a:pt x="2562226" y="0"/>
                  <a:pt x="1098550" y="601662"/>
                  <a:pt x="0" y="912812"/>
                </a:cubicBezTo>
              </a:path>
            </a:pathLst>
          </a:custGeom>
          <a:noFill/>
          <a:ln w="28575" algn="ctr">
            <a:solidFill>
              <a:schemeClr val="tx1"/>
            </a:solidFill>
            <a:round/>
            <a:headEnd/>
            <a:tailEnd type="triangle" w="lg" len="med"/>
          </a:ln>
        </p:spPr>
        <p:txBody>
          <a:bodyPr wrap="none"/>
          <a:lstStyle/>
          <a:p>
            <a:pPr algn="l">
              <a:buFontTx/>
              <a:buNone/>
              <a:defRPr/>
            </a:pPr>
            <a:endParaRPr lang="en-US" sz="2000"/>
          </a:p>
        </p:txBody>
      </p:sp>
    </p:spTree>
    <p:extLst>
      <p:ext uri="{BB962C8B-B14F-4D97-AF65-F5344CB8AC3E}">
        <p14:creationId xmlns:p14="http://schemas.microsoft.com/office/powerpoint/2010/main" val="254068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E2AB37C-0A97-4476-83A0-95BF0362986E}"/>
              </a:ext>
            </a:extLst>
          </p:cNvPr>
          <p:cNvSpPr>
            <a:spLocks noGrp="1" noChangeArrowheads="1"/>
          </p:cNvSpPr>
          <p:nvPr>
            <p:ph type="title"/>
          </p:nvPr>
        </p:nvSpPr>
        <p:spPr/>
        <p:txBody>
          <a:bodyPr/>
          <a:lstStyle/>
          <a:p>
            <a:pPr eaLnBrk="1" hangingPunct="1"/>
            <a:r>
              <a:rPr lang="en-US" altLang="en-US"/>
              <a:t>Typical Query Generation Code</a:t>
            </a:r>
          </a:p>
        </p:txBody>
      </p:sp>
      <p:sp>
        <p:nvSpPr>
          <p:cNvPr id="254980" name="Rectangle 3" descr="Rectangle: Click to edit Master text styles&#10;Second level&#10;Third level&#10;Fourth level&#10;Fifth level">
            <a:extLst>
              <a:ext uri="{FF2B5EF4-FFF2-40B4-BE49-F238E27FC236}">
                <a16:creationId xmlns:a16="http://schemas.microsoft.com/office/drawing/2014/main" id="{6A696DDC-016A-448B-978B-BA5E75A9A40C}"/>
              </a:ext>
            </a:extLst>
          </p:cNvPr>
          <p:cNvSpPr>
            <a:spLocks noGrp="1" noChangeArrowheads="1"/>
          </p:cNvSpPr>
          <p:nvPr>
            <p:ph type="body" idx="1"/>
          </p:nvPr>
        </p:nvSpPr>
        <p:spPr/>
        <p:txBody>
          <a:bodyPr/>
          <a:lstStyle/>
          <a:p>
            <a:pPr eaLnBrk="1" hangingPunct="1">
              <a:buFont typeface="Monotype Sorts" pitchFamily="2" charset="2"/>
              <a:buNone/>
            </a:pPr>
            <a:r>
              <a:rPr lang="en-US" altLang="en-US" dirty="0">
                <a:solidFill>
                  <a:srgbClr val="009900"/>
                </a:solidFill>
              </a:rPr>
              <a:t>  </a:t>
            </a:r>
          </a:p>
          <a:p>
            <a:pPr eaLnBrk="1" hangingPunct="1">
              <a:buFont typeface="Monotype Sorts" pitchFamily="2" charset="2"/>
              <a:buNone/>
            </a:pPr>
            <a:r>
              <a:rPr lang="en-US" altLang="en-US" dirty="0">
                <a:solidFill>
                  <a:srgbClr val="009900"/>
                </a:solidFill>
              </a:rPr>
              <a:t>  $</a:t>
            </a:r>
            <a:r>
              <a:rPr lang="en-US" altLang="en-US" dirty="0" err="1">
                <a:solidFill>
                  <a:srgbClr val="009900"/>
                </a:solidFill>
              </a:rPr>
              <a:t>selecteduser</a:t>
            </a:r>
            <a:r>
              <a:rPr lang="en-US" altLang="en-US" dirty="0">
                <a:solidFill>
                  <a:srgbClr val="009900"/>
                </a:solidFill>
              </a:rPr>
              <a:t> = $_GET['user']; </a:t>
            </a:r>
          </a:p>
          <a:p>
            <a:pPr eaLnBrk="1" hangingPunct="1">
              <a:buFont typeface="Wingdings" panose="05000000000000000000" pitchFamily="2" charset="2"/>
              <a:buNone/>
            </a:pPr>
            <a:r>
              <a:rPr lang="en-US" altLang="en-US" dirty="0">
                <a:solidFill>
                  <a:srgbClr val="009900"/>
                </a:solidFill>
              </a:rPr>
              <a:t>  $</a:t>
            </a:r>
            <a:r>
              <a:rPr lang="en-US" altLang="en-US" dirty="0" err="1">
                <a:solidFill>
                  <a:srgbClr val="009900"/>
                </a:solidFill>
              </a:rPr>
              <a:t>sql</a:t>
            </a:r>
            <a:r>
              <a:rPr lang="en-US" altLang="en-US" dirty="0">
                <a:solidFill>
                  <a:srgbClr val="009900"/>
                </a:solidFill>
              </a:rPr>
              <a:t> = "SELECT Username, Key FROM Key " . </a:t>
            </a:r>
          </a:p>
          <a:p>
            <a:pPr eaLnBrk="1" hangingPunct="1">
              <a:buFont typeface="Wingdings" panose="05000000000000000000" pitchFamily="2" charset="2"/>
              <a:buNone/>
            </a:pPr>
            <a:r>
              <a:rPr lang="en-US" altLang="en-US" dirty="0">
                <a:solidFill>
                  <a:srgbClr val="009900"/>
                </a:solidFill>
              </a:rPr>
              <a:t>            "WHERE Username='$</a:t>
            </a:r>
            <a:r>
              <a:rPr lang="en-US" altLang="en-US" dirty="0" err="1">
                <a:solidFill>
                  <a:srgbClr val="009900"/>
                </a:solidFill>
              </a:rPr>
              <a:t>selecteduser</a:t>
            </a:r>
            <a:r>
              <a:rPr lang="en-US" altLang="en-US" dirty="0">
                <a:solidFill>
                  <a:srgbClr val="009900"/>
                </a:solidFill>
              </a:rPr>
              <a:t>'";</a:t>
            </a:r>
          </a:p>
          <a:p>
            <a:pPr eaLnBrk="1" hangingPunct="1">
              <a:buFont typeface="Wingdings" panose="05000000000000000000" pitchFamily="2" charset="2"/>
              <a:buNone/>
            </a:pPr>
            <a:r>
              <a:rPr lang="en-US" altLang="en-US" dirty="0">
                <a:solidFill>
                  <a:srgbClr val="009900"/>
                </a:solidFill>
              </a:rPr>
              <a:t>  $</a:t>
            </a:r>
            <a:r>
              <a:rPr lang="en-US" altLang="en-US" dirty="0" err="1">
                <a:solidFill>
                  <a:srgbClr val="009900"/>
                </a:solidFill>
              </a:rPr>
              <a:t>rs</a:t>
            </a:r>
            <a:r>
              <a:rPr lang="en-US" altLang="en-US" dirty="0">
                <a:solidFill>
                  <a:srgbClr val="009900"/>
                </a:solidFill>
              </a:rPr>
              <a:t> = $</a:t>
            </a:r>
            <a:r>
              <a:rPr lang="en-US" altLang="en-US" dirty="0" err="1">
                <a:solidFill>
                  <a:srgbClr val="009900"/>
                </a:solidFill>
              </a:rPr>
              <a:t>db</a:t>
            </a:r>
            <a:r>
              <a:rPr lang="en-US" altLang="en-US" dirty="0">
                <a:solidFill>
                  <a:srgbClr val="009900"/>
                </a:solidFill>
              </a:rPr>
              <a:t>-&gt;</a:t>
            </a:r>
            <a:r>
              <a:rPr lang="en-US" altLang="en-US" dirty="0" err="1">
                <a:solidFill>
                  <a:srgbClr val="009900"/>
                </a:solidFill>
              </a:rPr>
              <a:t>executeQuery</a:t>
            </a:r>
            <a:r>
              <a:rPr lang="en-US" altLang="en-US" dirty="0">
                <a:solidFill>
                  <a:srgbClr val="009900"/>
                </a:solidFill>
              </a:rPr>
              <a:t>($</a:t>
            </a:r>
            <a:r>
              <a:rPr lang="en-US" altLang="en-US" dirty="0" err="1">
                <a:solidFill>
                  <a:srgbClr val="009900"/>
                </a:solidFill>
              </a:rPr>
              <a:t>sql</a:t>
            </a:r>
            <a:r>
              <a:rPr lang="en-US" altLang="en-US" dirty="0">
                <a:solidFill>
                  <a:srgbClr val="009900"/>
                </a:solidFill>
              </a:rPr>
              <a:t>); </a:t>
            </a:r>
          </a:p>
          <a:p>
            <a:pPr eaLnBrk="1" hangingPunct="1"/>
            <a:endParaRPr lang="en-US" altLang="en-US" dirty="0"/>
          </a:p>
          <a:p>
            <a:pPr eaLnBrk="1" hangingPunct="1"/>
            <a:r>
              <a:rPr lang="en-US" altLang="en-US" dirty="0"/>
              <a:t>What if </a:t>
            </a:r>
            <a:r>
              <a:rPr lang="en-US" altLang="en-US" dirty="0">
                <a:solidFill>
                  <a:srgbClr val="009900"/>
                </a:solidFill>
              </a:rPr>
              <a:t> ‘user’ </a:t>
            </a:r>
            <a:r>
              <a:rPr lang="en-US" altLang="en-US" dirty="0"/>
              <a:t>is a malicious string that changes the meaning of the query?</a:t>
            </a:r>
          </a:p>
        </p:txBody>
      </p:sp>
      <p:sp>
        <p:nvSpPr>
          <p:cNvPr id="36868" name="Slide Number Placeholder 5">
            <a:extLst>
              <a:ext uri="{FF2B5EF4-FFF2-40B4-BE49-F238E27FC236}">
                <a16:creationId xmlns:a16="http://schemas.microsoft.com/office/drawing/2014/main" id="{0CD39CF7-717D-4FA6-B7BC-B18073AC6D47}"/>
              </a:ext>
            </a:extLst>
          </p:cNvPr>
          <p:cNvSpPr txBox="1">
            <a:spLocks/>
          </p:cNvSpPr>
          <p:nvPr/>
        </p:nvSpPr>
        <p:spPr bwMode="auto">
          <a:xfrm>
            <a:off x="8686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r">
              <a:spcBef>
                <a:spcPct val="50000"/>
              </a:spcBef>
              <a:buClrTx/>
              <a:buFontTx/>
              <a:buNone/>
            </a:pPr>
            <a:r>
              <a:rPr lang="en-US" altLang="en-US" sz="1200">
                <a:latin typeface="Arial" panose="020B0604020202020204" pitchFamily="34" charset="0"/>
              </a:rPr>
              <a:t>slide </a:t>
            </a:r>
            <a:fld id="{292A66EB-4F43-4E0C-8F5B-917D73B6031E}" type="slidenum">
              <a:rPr lang="en-US" altLang="en-US" sz="1200">
                <a:latin typeface="Arial" panose="020B0604020202020204" pitchFamily="34" charset="0"/>
              </a:rPr>
              <a:pPr algn="r">
                <a:spcBef>
                  <a:spcPct val="50000"/>
                </a:spcBef>
                <a:buClrTx/>
                <a:buFontTx/>
                <a:buNone/>
              </a:pPr>
              <a:t>7</a:t>
            </a:fld>
            <a:endParaRPr lang="en-US" altLang="en-US" sz="1200">
              <a:latin typeface="Arial" panose="020B0604020202020204" pitchFamily="34" charset="0"/>
            </a:endParaRPr>
          </a:p>
        </p:txBody>
      </p:sp>
      <p:sp>
        <p:nvSpPr>
          <p:cNvPr id="6" name="Oval 13">
            <a:extLst>
              <a:ext uri="{FF2B5EF4-FFF2-40B4-BE49-F238E27FC236}">
                <a16:creationId xmlns:a16="http://schemas.microsoft.com/office/drawing/2014/main" id="{586768F6-B178-4597-BED9-D43E33922562}"/>
              </a:ext>
            </a:extLst>
          </p:cNvPr>
          <p:cNvSpPr>
            <a:spLocks noChangeArrowheads="1"/>
          </p:cNvSpPr>
          <p:nvPr/>
        </p:nvSpPr>
        <p:spPr bwMode="auto">
          <a:xfrm>
            <a:off x="5867400" y="2027238"/>
            <a:ext cx="1295400" cy="792162"/>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498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09079AF-8DF9-4E32-99D5-4FB009484611}"/>
              </a:ext>
            </a:extLst>
          </p:cNvPr>
          <p:cNvSpPr>
            <a:spLocks noGrp="1" noChangeArrowheads="1"/>
          </p:cNvSpPr>
          <p:nvPr>
            <p:ph type="title"/>
          </p:nvPr>
        </p:nvSpPr>
        <p:spPr/>
        <p:txBody>
          <a:bodyPr/>
          <a:lstStyle/>
          <a:p>
            <a:pPr eaLnBrk="1" hangingPunct="1"/>
            <a:r>
              <a:rPr lang="en-US" altLang="en-US"/>
              <a:t>Typical Login Prompt</a:t>
            </a:r>
          </a:p>
        </p:txBody>
      </p:sp>
      <p:pic>
        <p:nvPicPr>
          <p:cNvPr id="37891" name="Picture 3">
            <a:extLst>
              <a:ext uri="{FF2B5EF4-FFF2-40B4-BE49-F238E27FC236}">
                <a16:creationId xmlns:a16="http://schemas.microsoft.com/office/drawing/2014/main" id="{34A1F744-B959-4345-BAB4-676ED3FFF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2521" b="66945"/>
          <a:stretch>
            <a:fillRect/>
          </a:stretch>
        </p:blipFill>
        <p:spPr bwMode="auto">
          <a:xfrm>
            <a:off x="2579688" y="1828800"/>
            <a:ext cx="6259512" cy="41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7892" name="Slide Number Placeholder 5">
            <a:extLst>
              <a:ext uri="{FF2B5EF4-FFF2-40B4-BE49-F238E27FC236}">
                <a16:creationId xmlns:a16="http://schemas.microsoft.com/office/drawing/2014/main" id="{D6839C43-6421-4A76-AA00-DC3B39EF160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r>
              <a:rPr lang="en-US" altLang="en-US" sz="1200">
                <a:latin typeface="Arial" panose="020B0604020202020204" pitchFamily="34" charset="0"/>
              </a:rPr>
              <a:t>slide </a:t>
            </a:r>
            <a:fld id="{BCD9EA06-BEDD-4EB7-954B-BBB774D6213B}" type="slidenum">
              <a:rPr lang="en-US" altLang="en-US" sz="1200">
                <a:latin typeface="Arial" panose="020B0604020202020204" pitchFamily="34" charset="0"/>
              </a:rPr>
              <a:pPr/>
              <a:t>8</a:t>
            </a:fld>
            <a:endParaRPr lang="en-US" altLang="en-US" sz="120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8">
            <a:extLst>
              <a:ext uri="{FF2B5EF4-FFF2-40B4-BE49-F238E27FC236}">
                <a16:creationId xmlns:a16="http://schemas.microsoft.com/office/drawing/2014/main" id="{FB4B6DBE-1FE1-4B3C-BEEC-DC0F7D0E4CDE}"/>
              </a:ext>
            </a:extLst>
          </p:cNvPr>
          <p:cNvSpPr txBox="1">
            <a:spLocks noChangeArrowheads="1"/>
          </p:cNvSpPr>
          <p:nvPr/>
        </p:nvSpPr>
        <p:spPr bwMode="auto">
          <a:xfrm>
            <a:off x="3794125" y="2286001"/>
            <a:ext cx="140134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Enter </a:t>
            </a:r>
          </a:p>
          <a:p>
            <a:pPr>
              <a:buFontTx/>
              <a:buNone/>
            </a:pPr>
            <a:r>
              <a:rPr lang="en-US" altLang="en-US" sz="2000">
                <a:solidFill>
                  <a:schemeClr val="tx1"/>
                </a:solidFill>
              </a:rPr>
              <a:t>Username </a:t>
            </a:r>
          </a:p>
          <a:p>
            <a:pPr>
              <a:buFontTx/>
              <a:buNone/>
            </a:pPr>
            <a:r>
              <a:rPr lang="en-US" altLang="en-US" sz="2000">
                <a:solidFill>
                  <a:schemeClr val="tx1"/>
                </a:solidFill>
              </a:rPr>
              <a:t>&amp; </a:t>
            </a:r>
          </a:p>
          <a:p>
            <a:pPr>
              <a:buFontTx/>
              <a:buNone/>
            </a:pPr>
            <a:r>
              <a:rPr lang="en-US" altLang="en-US" sz="2000">
                <a:solidFill>
                  <a:schemeClr val="tx1"/>
                </a:solidFill>
              </a:rPr>
              <a:t>Password</a:t>
            </a:r>
          </a:p>
        </p:txBody>
      </p:sp>
      <p:sp>
        <p:nvSpPr>
          <p:cNvPr id="38915" name="Rectangle 2">
            <a:extLst>
              <a:ext uri="{FF2B5EF4-FFF2-40B4-BE49-F238E27FC236}">
                <a16:creationId xmlns:a16="http://schemas.microsoft.com/office/drawing/2014/main" id="{69D3D62C-46A8-4BD2-980F-A4854B9C41E5}"/>
              </a:ext>
            </a:extLst>
          </p:cNvPr>
          <p:cNvSpPr>
            <a:spLocks noGrp="1" noChangeArrowheads="1"/>
          </p:cNvSpPr>
          <p:nvPr>
            <p:ph type="title"/>
          </p:nvPr>
        </p:nvSpPr>
        <p:spPr>
          <a:xfrm>
            <a:off x="1" y="4482"/>
            <a:ext cx="12192000" cy="528914"/>
          </a:xfrm>
        </p:spPr>
        <p:txBody>
          <a:bodyPr>
            <a:normAutofit fontScale="90000"/>
          </a:bodyPr>
          <a:lstStyle/>
          <a:p>
            <a:pPr eaLnBrk="1" hangingPunct="1"/>
            <a:r>
              <a:rPr lang="en-US" altLang="en-US" dirty="0"/>
              <a:t>User Input Becomes Part of Query </a:t>
            </a:r>
          </a:p>
        </p:txBody>
      </p:sp>
      <p:sp>
        <p:nvSpPr>
          <p:cNvPr id="38916" name="Rectangle 3">
            <a:extLst>
              <a:ext uri="{FF2B5EF4-FFF2-40B4-BE49-F238E27FC236}">
                <a16:creationId xmlns:a16="http://schemas.microsoft.com/office/drawing/2014/main" id="{B43B7E58-BD8A-49D5-BF22-DC80695C1ADA}"/>
              </a:ext>
            </a:extLst>
          </p:cNvPr>
          <p:cNvSpPr>
            <a:spLocks noChangeArrowheads="1"/>
          </p:cNvSpPr>
          <p:nvPr/>
        </p:nvSpPr>
        <p:spPr bwMode="auto">
          <a:xfrm>
            <a:off x="5092701" y="2444750"/>
            <a:ext cx="127476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Web</a:t>
            </a:r>
          </a:p>
          <a:p>
            <a:pPr>
              <a:buFontTx/>
              <a:buNone/>
            </a:pPr>
            <a:r>
              <a:rPr lang="en-US" altLang="en-US" sz="2000">
                <a:solidFill>
                  <a:schemeClr val="tx1"/>
                </a:solidFill>
              </a:rPr>
              <a:t>server</a:t>
            </a:r>
          </a:p>
        </p:txBody>
      </p:sp>
      <p:sp>
        <p:nvSpPr>
          <p:cNvPr id="38917" name="Rectangle 4">
            <a:extLst>
              <a:ext uri="{FF2B5EF4-FFF2-40B4-BE49-F238E27FC236}">
                <a16:creationId xmlns:a16="http://schemas.microsoft.com/office/drawing/2014/main" id="{608284EF-63C9-40ED-BBBF-821B90928AF3}"/>
              </a:ext>
            </a:extLst>
          </p:cNvPr>
          <p:cNvSpPr>
            <a:spLocks noChangeArrowheads="1"/>
          </p:cNvSpPr>
          <p:nvPr/>
        </p:nvSpPr>
        <p:spPr bwMode="auto">
          <a:xfrm>
            <a:off x="2438401" y="2444750"/>
            <a:ext cx="139541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Web </a:t>
            </a:r>
          </a:p>
          <a:p>
            <a:pPr>
              <a:buFontTx/>
              <a:buNone/>
            </a:pPr>
            <a:r>
              <a:rPr lang="en-US" altLang="en-US" sz="2000">
                <a:solidFill>
                  <a:schemeClr val="tx1"/>
                </a:solidFill>
              </a:rPr>
              <a:t>browser</a:t>
            </a:r>
          </a:p>
          <a:p>
            <a:pPr>
              <a:buFontTx/>
              <a:buNone/>
            </a:pPr>
            <a:r>
              <a:rPr lang="en-US" altLang="en-US" sz="2000">
                <a:solidFill>
                  <a:schemeClr val="tx1"/>
                </a:solidFill>
              </a:rPr>
              <a:t>(Client)</a:t>
            </a:r>
          </a:p>
        </p:txBody>
      </p:sp>
      <p:sp>
        <p:nvSpPr>
          <p:cNvPr id="38918" name="Rectangle 5">
            <a:extLst>
              <a:ext uri="{FF2B5EF4-FFF2-40B4-BE49-F238E27FC236}">
                <a16:creationId xmlns:a16="http://schemas.microsoft.com/office/drawing/2014/main" id="{E99391D6-7A58-4131-99F6-D67A908AD261}"/>
              </a:ext>
            </a:extLst>
          </p:cNvPr>
          <p:cNvSpPr>
            <a:spLocks noChangeArrowheads="1"/>
          </p:cNvSpPr>
          <p:nvPr/>
        </p:nvSpPr>
        <p:spPr bwMode="auto">
          <a:xfrm>
            <a:off x="8597901" y="2444750"/>
            <a:ext cx="127476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DB</a:t>
            </a:r>
          </a:p>
        </p:txBody>
      </p:sp>
      <p:sp>
        <p:nvSpPr>
          <p:cNvPr id="38919" name="Line 6">
            <a:extLst>
              <a:ext uri="{FF2B5EF4-FFF2-40B4-BE49-F238E27FC236}">
                <a16:creationId xmlns:a16="http://schemas.microsoft.com/office/drawing/2014/main" id="{94D7822E-5682-4E8E-8A25-94004F045163}"/>
              </a:ext>
            </a:extLst>
          </p:cNvPr>
          <p:cNvSpPr>
            <a:spLocks noChangeShapeType="1"/>
          </p:cNvSpPr>
          <p:nvPr/>
        </p:nvSpPr>
        <p:spPr bwMode="auto">
          <a:xfrm>
            <a:off x="3814764" y="3886200"/>
            <a:ext cx="12985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20" name="Line 7">
            <a:extLst>
              <a:ext uri="{FF2B5EF4-FFF2-40B4-BE49-F238E27FC236}">
                <a16:creationId xmlns:a16="http://schemas.microsoft.com/office/drawing/2014/main" id="{E12E63DB-D643-4DC3-B73E-6D1B8D9061B6}"/>
              </a:ext>
            </a:extLst>
          </p:cNvPr>
          <p:cNvSpPr>
            <a:spLocks noChangeShapeType="1"/>
          </p:cNvSpPr>
          <p:nvPr/>
        </p:nvSpPr>
        <p:spPr bwMode="auto">
          <a:xfrm flipH="1">
            <a:off x="3848100" y="4418013"/>
            <a:ext cx="11811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21" name="Rectangle 9">
            <a:extLst>
              <a:ext uri="{FF2B5EF4-FFF2-40B4-BE49-F238E27FC236}">
                <a16:creationId xmlns:a16="http://schemas.microsoft.com/office/drawing/2014/main" id="{0624BA7F-D8D0-46B8-B6A6-9C1DC1082D24}"/>
              </a:ext>
            </a:extLst>
          </p:cNvPr>
          <p:cNvSpPr>
            <a:spLocks noChangeArrowheads="1"/>
          </p:cNvSpPr>
          <p:nvPr/>
        </p:nvSpPr>
        <p:spPr bwMode="auto">
          <a:xfrm>
            <a:off x="6496051" y="2286001"/>
            <a:ext cx="204254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l">
              <a:buFontTx/>
              <a:buNone/>
            </a:pPr>
            <a:r>
              <a:rPr lang="en-US" altLang="en-US" sz="2000">
                <a:solidFill>
                  <a:schemeClr val="tx1"/>
                </a:solidFill>
              </a:rPr>
              <a:t>SELECT passwd </a:t>
            </a:r>
          </a:p>
          <a:p>
            <a:pPr algn="l">
              <a:buFontTx/>
              <a:buNone/>
            </a:pPr>
            <a:r>
              <a:rPr lang="en-US" altLang="en-US" sz="2000">
                <a:solidFill>
                  <a:schemeClr val="tx1"/>
                </a:solidFill>
              </a:rPr>
              <a:t>FROM USERS</a:t>
            </a:r>
          </a:p>
          <a:p>
            <a:pPr algn="l">
              <a:buFontTx/>
              <a:buNone/>
            </a:pPr>
            <a:r>
              <a:rPr lang="en-US" altLang="en-US" sz="2000">
                <a:solidFill>
                  <a:schemeClr val="tx1"/>
                </a:solidFill>
              </a:rPr>
              <a:t>WHERE uname </a:t>
            </a:r>
          </a:p>
          <a:p>
            <a:pPr algn="l">
              <a:buFontTx/>
              <a:buNone/>
            </a:pPr>
            <a:r>
              <a:rPr lang="en-US" altLang="en-US" sz="2000">
                <a:solidFill>
                  <a:schemeClr val="tx1"/>
                </a:solidFill>
              </a:rPr>
              <a:t>IS ‘</a:t>
            </a:r>
            <a:r>
              <a:rPr lang="en-US" altLang="en-US" sz="2000">
                <a:solidFill>
                  <a:srgbClr val="FF3399"/>
                </a:solidFill>
              </a:rPr>
              <a:t>$user</a:t>
            </a:r>
            <a:r>
              <a:rPr lang="en-US" altLang="en-US" sz="2000">
                <a:solidFill>
                  <a:schemeClr val="tx1"/>
                </a:solidFill>
              </a:rPr>
              <a:t>’</a:t>
            </a:r>
          </a:p>
        </p:txBody>
      </p:sp>
      <p:sp>
        <p:nvSpPr>
          <p:cNvPr id="38922" name="Line 10">
            <a:extLst>
              <a:ext uri="{FF2B5EF4-FFF2-40B4-BE49-F238E27FC236}">
                <a16:creationId xmlns:a16="http://schemas.microsoft.com/office/drawing/2014/main" id="{DEA82AF9-05D2-46D3-A3EA-B6FD89745E03}"/>
              </a:ext>
            </a:extLst>
          </p:cNvPr>
          <p:cNvSpPr>
            <a:spLocks noChangeShapeType="1"/>
          </p:cNvSpPr>
          <p:nvPr/>
        </p:nvSpPr>
        <p:spPr bwMode="auto">
          <a:xfrm>
            <a:off x="6372226" y="3886200"/>
            <a:ext cx="22129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23" name="Line 11">
            <a:extLst>
              <a:ext uri="{FF2B5EF4-FFF2-40B4-BE49-F238E27FC236}">
                <a16:creationId xmlns:a16="http://schemas.microsoft.com/office/drawing/2014/main" id="{F3FF51B2-B63B-456F-A77F-A1D312FDC74D}"/>
              </a:ext>
            </a:extLst>
          </p:cNvPr>
          <p:cNvSpPr>
            <a:spLocks noChangeShapeType="1"/>
          </p:cNvSpPr>
          <p:nvPr/>
        </p:nvSpPr>
        <p:spPr bwMode="auto">
          <a:xfrm flipH="1">
            <a:off x="6405563" y="4381500"/>
            <a:ext cx="21193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24" name="Slide Number Placeholder 5">
            <a:extLst>
              <a:ext uri="{FF2B5EF4-FFF2-40B4-BE49-F238E27FC236}">
                <a16:creationId xmlns:a16="http://schemas.microsoft.com/office/drawing/2014/main" id="{E7B6A32B-AB45-43BF-8634-585BFF30AB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r>
              <a:rPr lang="en-US" altLang="en-US" sz="1200">
                <a:latin typeface="Arial" panose="020B0604020202020204" pitchFamily="34" charset="0"/>
              </a:rPr>
              <a:t>slide </a:t>
            </a:r>
            <a:fld id="{111A1631-F168-42F9-AFF3-BA24EF57EB74}" type="slidenum">
              <a:rPr lang="en-US" altLang="en-US" sz="1200">
                <a:latin typeface="Arial" panose="020B0604020202020204" pitchFamily="34" charset="0"/>
              </a:rPr>
              <a:pPr/>
              <a:t>9</a:t>
            </a:fld>
            <a:endParaRPr lang="en-US" altLang="en-US" sz="120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8">
            <a:extLst>
              <a:ext uri="{FF2B5EF4-FFF2-40B4-BE49-F238E27FC236}">
                <a16:creationId xmlns:a16="http://schemas.microsoft.com/office/drawing/2014/main" id="{598E3045-92BB-4CC3-83E4-BA9B8F95D5D8}"/>
              </a:ext>
            </a:extLst>
          </p:cNvPr>
          <p:cNvSpPr txBox="1">
            <a:spLocks noChangeArrowheads="1"/>
          </p:cNvSpPr>
          <p:nvPr/>
        </p:nvSpPr>
        <p:spPr bwMode="auto">
          <a:xfrm>
            <a:off x="3794125" y="2286001"/>
            <a:ext cx="140134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Enter </a:t>
            </a:r>
          </a:p>
          <a:p>
            <a:pPr>
              <a:buFontTx/>
              <a:buNone/>
            </a:pPr>
            <a:r>
              <a:rPr lang="en-US" altLang="en-US" sz="2000">
                <a:solidFill>
                  <a:schemeClr val="tx1"/>
                </a:solidFill>
              </a:rPr>
              <a:t>Username </a:t>
            </a:r>
          </a:p>
          <a:p>
            <a:pPr>
              <a:buFontTx/>
              <a:buNone/>
            </a:pPr>
            <a:r>
              <a:rPr lang="en-US" altLang="en-US" sz="2000">
                <a:solidFill>
                  <a:schemeClr val="tx1"/>
                </a:solidFill>
              </a:rPr>
              <a:t>&amp; </a:t>
            </a:r>
          </a:p>
          <a:p>
            <a:pPr>
              <a:buFontTx/>
              <a:buNone/>
            </a:pPr>
            <a:r>
              <a:rPr lang="en-US" altLang="en-US" sz="2000">
                <a:solidFill>
                  <a:schemeClr val="tx1"/>
                </a:solidFill>
              </a:rPr>
              <a:t>Password</a:t>
            </a:r>
          </a:p>
        </p:txBody>
      </p:sp>
      <p:sp>
        <p:nvSpPr>
          <p:cNvPr id="39939" name="Rectangle 2">
            <a:extLst>
              <a:ext uri="{FF2B5EF4-FFF2-40B4-BE49-F238E27FC236}">
                <a16:creationId xmlns:a16="http://schemas.microsoft.com/office/drawing/2014/main" id="{7AB56128-A4DB-4260-B63A-7EE3D9C25708}"/>
              </a:ext>
            </a:extLst>
          </p:cNvPr>
          <p:cNvSpPr>
            <a:spLocks noGrp="1" noChangeArrowheads="1"/>
          </p:cNvSpPr>
          <p:nvPr>
            <p:ph type="title"/>
          </p:nvPr>
        </p:nvSpPr>
        <p:spPr/>
        <p:txBody>
          <a:bodyPr/>
          <a:lstStyle/>
          <a:p>
            <a:pPr eaLnBrk="1" hangingPunct="1"/>
            <a:r>
              <a:rPr lang="en-US" altLang="en-US"/>
              <a:t>Normal Login</a:t>
            </a:r>
          </a:p>
        </p:txBody>
      </p:sp>
      <p:sp>
        <p:nvSpPr>
          <p:cNvPr id="39940" name="Rectangle 3">
            <a:extLst>
              <a:ext uri="{FF2B5EF4-FFF2-40B4-BE49-F238E27FC236}">
                <a16:creationId xmlns:a16="http://schemas.microsoft.com/office/drawing/2014/main" id="{0836419D-087F-4D88-9C48-F1C9D7EE123A}"/>
              </a:ext>
            </a:extLst>
          </p:cNvPr>
          <p:cNvSpPr>
            <a:spLocks noChangeArrowheads="1"/>
          </p:cNvSpPr>
          <p:nvPr/>
        </p:nvSpPr>
        <p:spPr bwMode="auto">
          <a:xfrm>
            <a:off x="5092701" y="2444750"/>
            <a:ext cx="127476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Web</a:t>
            </a:r>
          </a:p>
          <a:p>
            <a:pPr>
              <a:buFontTx/>
              <a:buNone/>
            </a:pPr>
            <a:r>
              <a:rPr lang="en-US" altLang="en-US" sz="2000">
                <a:solidFill>
                  <a:schemeClr val="tx1"/>
                </a:solidFill>
              </a:rPr>
              <a:t>server</a:t>
            </a:r>
          </a:p>
        </p:txBody>
      </p:sp>
      <p:sp>
        <p:nvSpPr>
          <p:cNvPr id="39941" name="Rectangle 4">
            <a:extLst>
              <a:ext uri="{FF2B5EF4-FFF2-40B4-BE49-F238E27FC236}">
                <a16:creationId xmlns:a16="http://schemas.microsoft.com/office/drawing/2014/main" id="{268470CA-1E7D-4AFB-BF42-33B4523406F4}"/>
              </a:ext>
            </a:extLst>
          </p:cNvPr>
          <p:cNvSpPr>
            <a:spLocks noChangeArrowheads="1"/>
          </p:cNvSpPr>
          <p:nvPr/>
        </p:nvSpPr>
        <p:spPr bwMode="auto">
          <a:xfrm>
            <a:off x="2438401" y="2444750"/>
            <a:ext cx="139541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Web </a:t>
            </a:r>
          </a:p>
          <a:p>
            <a:pPr>
              <a:buFontTx/>
              <a:buNone/>
            </a:pPr>
            <a:r>
              <a:rPr lang="en-US" altLang="en-US" sz="2000">
                <a:solidFill>
                  <a:schemeClr val="tx1"/>
                </a:solidFill>
              </a:rPr>
              <a:t>browser</a:t>
            </a:r>
          </a:p>
          <a:p>
            <a:pPr>
              <a:buFontTx/>
              <a:buNone/>
            </a:pPr>
            <a:r>
              <a:rPr lang="en-US" altLang="en-US" sz="2000">
                <a:solidFill>
                  <a:schemeClr val="tx1"/>
                </a:solidFill>
              </a:rPr>
              <a:t>(Client)</a:t>
            </a:r>
          </a:p>
        </p:txBody>
      </p:sp>
      <p:sp>
        <p:nvSpPr>
          <p:cNvPr id="39942" name="Rectangle 5">
            <a:extLst>
              <a:ext uri="{FF2B5EF4-FFF2-40B4-BE49-F238E27FC236}">
                <a16:creationId xmlns:a16="http://schemas.microsoft.com/office/drawing/2014/main" id="{2914ABE2-6772-4F7F-855A-BF98650B71D4}"/>
              </a:ext>
            </a:extLst>
          </p:cNvPr>
          <p:cNvSpPr>
            <a:spLocks noChangeArrowheads="1"/>
          </p:cNvSpPr>
          <p:nvPr/>
        </p:nvSpPr>
        <p:spPr bwMode="auto">
          <a:xfrm>
            <a:off x="8597901" y="2444750"/>
            <a:ext cx="127476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DB</a:t>
            </a:r>
          </a:p>
        </p:txBody>
      </p:sp>
      <p:sp>
        <p:nvSpPr>
          <p:cNvPr id="39943" name="Line 6">
            <a:extLst>
              <a:ext uri="{FF2B5EF4-FFF2-40B4-BE49-F238E27FC236}">
                <a16:creationId xmlns:a16="http://schemas.microsoft.com/office/drawing/2014/main" id="{36AC9638-5905-4803-95CE-D84E1F1BC5C9}"/>
              </a:ext>
            </a:extLst>
          </p:cNvPr>
          <p:cNvSpPr>
            <a:spLocks noChangeShapeType="1"/>
          </p:cNvSpPr>
          <p:nvPr/>
        </p:nvSpPr>
        <p:spPr bwMode="auto">
          <a:xfrm>
            <a:off x="3814764" y="3886200"/>
            <a:ext cx="12985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9944" name="Line 7">
            <a:extLst>
              <a:ext uri="{FF2B5EF4-FFF2-40B4-BE49-F238E27FC236}">
                <a16:creationId xmlns:a16="http://schemas.microsoft.com/office/drawing/2014/main" id="{389DAE60-8BE4-4C49-AC7A-016EF4791E15}"/>
              </a:ext>
            </a:extLst>
          </p:cNvPr>
          <p:cNvSpPr>
            <a:spLocks noChangeShapeType="1"/>
          </p:cNvSpPr>
          <p:nvPr/>
        </p:nvSpPr>
        <p:spPr bwMode="auto">
          <a:xfrm flipH="1">
            <a:off x="3848100" y="4418013"/>
            <a:ext cx="11811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9945" name="Rectangle 9">
            <a:extLst>
              <a:ext uri="{FF2B5EF4-FFF2-40B4-BE49-F238E27FC236}">
                <a16:creationId xmlns:a16="http://schemas.microsoft.com/office/drawing/2014/main" id="{92A38858-BFBD-45B3-8BC4-F05525F38AAA}"/>
              </a:ext>
            </a:extLst>
          </p:cNvPr>
          <p:cNvSpPr>
            <a:spLocks noChangeArrowheads="1"/>
          </p:cNvSpPr>
          <p:nvPr/>
        </p:nvSpPr>
        <p:spPr bwMode="auto">
          <a:xfrm>
            <a:off x="6496051" y="2286001"/>
            <a:ext cx="204254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l">
              <a:buFontTx/>
              <a:buNone/>
            </a:pPr>
            <a:r>
              <a:rPr lang="en-US" altLang="en-US" sz="2000">
                <a:solidFill>
                  <a:schemeClr val="tx1"/>
                </a:solidFill>
              </a:rPr>
              <a:t>SELECT passwd </a:t>
            </a:r>
          </a:p>
          <a:p>
            <a:pPr algn="l">
              <a:buFontTx/>
              <a:buNone/>
            </a:pPr>
            <a:r>
              <a:rPr lang="en-US" altLang="en-US" sz="2000">
                <a:solidFill>
                  <a:schemeClr val="tx1"/>
                </a:solidFill>
              </a:rPr>
              <a:t>FROM USERS</a:t>
            </a:r>
          </a:p>
          <a:p>
            <a:pPr algn="l">
              <a:buFontTx/>
              <a:buNone/>
            </a:pPr>
            <a:r>
              <a:rPr lang="en-US" altLang="en-US" sz="2000">
                <a:solidFill>
                  <a:schemeClr val="tx1"/>
                </a:solidFill>
              </a:rPr>
              <a:t>WHERE uname </a:t>
            </a:r>
          </a:p>
          <a:p>
            <a:pPr algn="l">
              <a:buFontTx/>
              <a:buNone/>
            </a:pPr>
            <a:r>
              <a:rPr lang="en-US" altLang="en-US" sz="2000">
                <a:solidFill>
                  <a:schemeClr val="tx1"/>
                </a:solidFill>
              </a:rPr>
              <a:t>IS ‘</a:t>
            </a:r>
            <a:r>
              <a:rPr lang="en-US" altLang="en-US" sz="2000">
                <a:solidFill>
                  <a:srgbClr val="008000"/>
                </a:solidFill>
              </a:rPr>
              <a:t>smith</a:t>
            </a:r>
            <a:r>
              <a:rPr lang="en-US" altLang="en-US" sz="2000">
                <a:solidFill>
                  <a:schemeClr val="tx1"/>
                </a:solidFill>
              </a:rPr>
              <a:t>’</a:t>
            </a:r>
          </a:p>
        </p:txBody>
      </p:sp>
      <p:sp>
        <p:nvSpPr>
          <p:cNvPr id="39946" name="Line 10">
            <a:extLst>
              <a:ext uri="{FF2B5EF4-FFF2-40B4-BE49-F238E27FC236}">
                <a16:creationId xmlns:a16="http://schemas.microsoft.com/office/drawing/2014/main" id="{8A0D1DCA-DD22-46F6-AC1B-7AA19854FE0D}"/>
              </a:ext>
            </a:extLst>
          </p:cNvPr>
          <p:cNvSpPr>
            <a:spLocks noChangeShapeType="1"/>
          </p:cNvSpPr>
          <p:nvPr/>
        </p:nvSpPr>
        <p:spPr bwMode="auto">
          <a:xfrm>
            <a:off x="6372226" y="3886200"/>
            <a:ext cx="22129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9947" name="Line 11">
            <a:extLst>
              <a:ext uri="{FF2B5EF4-FFF2-40B4-BE49-F238E27FC236}">
                <a16:creationId xmlns:a16="http://schemas.microsoft.com/office/drawing/2014/main" id="{1D4BC461-7513-44A5-BF4D-4533CF6F87D9}"/>
              </a:ext>
            </a:extLst>
          </p:cNvPr>
          <p:cNvSpPr>
            <a:spLocks noChangeShapeType="1"/>
          </p:cNvSpPr>
          <p:nvPr/>
        </p:nvSpPr>
        <p:spPr bwMode="auto">
          <a:xfrm flipH="1">
            <a:off x="6405563" y="4381500"/>
            <a:ext cx="21193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9948" name="Slide Number Placeholder 5">
            <a:extLst>
              <a:ext uri="{FF2B5EF4-FFF2-40B4-BE49-F238E27FC236}">
                <a16:creationId xmlns:a16="http://schemas.microsoft.com/office/drawing/2014/main" id="{83497403-A56A-4FAD-817A-F35202D5AE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r>
              <a:rPr lang="en-US" altLang="en-US" sz="1200">
                <a:latin typeface="Arial" panose="020B0604020202020204" pitchFamily="34" charset="0"/>
              </a:rPr>
              <a:t>slide </a:t>
            </a:r>
            <a:fld id="{A0568BDE-188D-4DB1-902B-34E6579ECAEE}" type="slidenum">
              <a:rPr lang="en-US" altLang="en-US" sz="1200">
                <a:latin typeface="Arial" panose="020B0604020202020204" pitchFamily="34" charset="0"/>
              </a:rPr>
              <a:pPr/>
              <a:t>10</a:t>
            </a:fld>
            <a:endParaRPr lang="en-US" altLang="en-US" sz="120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D5E5211-5570-49B9-87D6-A08E867CD59C}"/>
              </a:ext>
            </a:extLst>
          </p:cNvPr>
          <p:cNvSpPr>
            <a:spLocks noGrp="1" noChangeArrowheads="1"/>
          </p:cNvSpPr>
          <p:nvPr>
            <p:ph type="title"/>
          </p:nvPr>
        </p:nvSpPr>
        <p:spPr/>
        <p:txBody>
          <a:bodyPr/>
          <a:lstStyle/>
          <a:p>
            <a:pPr eaLnBrk="1" hangingPunct="1"/>
            <a:r>
              <a:rPr lang="en-US" altLang="en-US"/>
              <a:t>Malicious User Input</a:t>
            </a:r>
          </a:p>
        </p:txBody>
      </p:sp>
      <p:pic>
        <p:nvPicPr>
          <p:cNvPr id="40963" name="Picture 4">
            <a:extLst>
              <a:ext uri="{FF2B5EF4-FFF2-40B4-BE49-F238E27FC236}">
                <a16:creationId xmlns:a16="http://schemas.microsoft.com/office/drawing/2014/main" id="{0193371E-EBBF-4DDF-A97F-297B2CDA5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8968" b="70117"/>
          <a:stretch>
            <a:fillRect/>
          </a:stretch>
        </p:blipFill>
        <p:spPr bwMode="auto">
          <a:xfrm>
            <a:off x="2306639" y="1828800"/>
            <a:ext cx="65563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0964" name="Slide Number Placeholder 5">
            <a:extLst>
              <a:ext uri="{FF2B5EF4-FFF2-40B4-BE49-F238E27FC236}">
                <a16:creationId xmlns:a16="http://schemas.microsoft.com/office/drawing/2014/main" id="{73CF3C69-6BE4-406D-BFCD-EE34640FF1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r>
              <a:rPr lang="en-US" altLang="en-US" sz="1200">
                <a:latin typeface="Arial" panose="020B0604020202020204" pitchFamily="34" charset="0"/>
              </a:rPr>
              <a:t>slide </a:t>
            </a:r>
            <a:fld id="{4AEEA474-3126-45F6-BA9C-927ADE36E4DC}" type="slidenum">
              <a:rPr lang="en-US" altLang="en-US" sz="1200">
                <a:latin typeface="Arial" panose="020B0604020202020204" pitchFamily="34" charset="0"/>
              </a:rPr>
              <a:pPr/>
              <a:t>11</a:t>
            </a:fld>
            <a:endParaRPr lang="en-US" altLang="en-US" sz="1200">
              <a:latin typeface="Arial" panose="020B0604020202020204" pitchFamily="34" charset="0"/>
            </a:endParaRPr>
          </a:p>
        </p:txBody>
      </p:sp>
      <p:sp>
        <p:nvSpPr>
          <p:cNvPr id="8" name="Oval 13">
            <a:extLst>
              <a:ext uri="{FF2B5EF4-FFF2-40B4-BE49-F238E27FC236}">
                <a16:creationId xmlns:a16="http://schemas.microsoft.com/office/drawing/2014/main" id="{7A30803F-41F5-411A-8C72-8B8D8C6177D9}"/>
              </a:ext>
            </a:extLst>
          </p:cNvPr>
          <p:cNvSpPr>
            <a:spLocks noChangeArrowheads="1"/>
          </p:cNvSpPr>
          <p:nvPr/>
        </p:nvSpPr>
        <p:spPr bwMode="auto">
          <a:xfrm>
            <a:off x="4038600" y="3733801"/>
            <a:ext cx="3429000" cy="792163"/>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8">
            <a:extLst>
              <a:ext uri="{FF2B5EF4-FFF2-40B4-BE49-F238E27FC236}">
                <a16:creationId xmlns:a16="http://schemas.microsoft.com/office/drawing/2014/main" id="{A60466F2-33AE-487B-899A-AABD530AC9D5}"/>
              </a:ext>
            </a:extLst>
          </p:cNvPr>
          <p:cNvSpPr txBox="1">
            <a:spLocks noChangeArrowheads="1"/>
          </p:cNvSpPr>
          <p:nvPr/>
        </p:nvSpPr>
        <p:spPr bwMode="auto">
          <a:xfrm>
            <a:off x="3794125" y="2286001"/>
            <a:ext cx="140134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Enter </a:t>
            </a:r>
          </a:p>
          <a:p>
            <a:pPr>
              <a:buFontTx/>
              <a:buNone/>
            </a:pPr>
            <a:r>
              <a:rPr lang="en-US" altLang="en-US" sz="2000">
                <a:solidFill>
                  <a:schemeClr val="tx1"/>
                </a:solidFill>
              </a:rPr>
              <a:t>Username </a:t>
            </a:r>
          </a:p>
          <a:p>
            <a:pPr>
              <a:buFontTx/>
              <a:buNone/>
            </a:pPr>
            <a:r>
              <a:rPr lang="en-US" altLang="en-US" sz="2000">
                <a:solidFill>
                  <a:schemeClr val="tx1"/>
                </a:solidFill>
              </a:rPr>
              <a:t>&amp; </a:t>
            </a:r>
          </a:p>
          <a:p>
            <a:pPr>
              <a:buFontTx/>
              <a:buNone/>
            </a:pPr>
            <a:r>
              <a:rPr lang="en-US" altLang="en-US" sz="2000">
                <a:solidFill>
                  <a:schemeClr val="tx1"/>
                </a:solidFill>
              </a:rPr>
              <a:t>Password</a:t>
            </a:r>
          </a:p>
        </p:txBody>
      </p:sp>
      <p:sp>
        <p:nvSpPr>
          <p:cNvPr id="41987" name="Rectangle 2">
            <a:extLst>
              <a:ext uri="{FF2B5EF4-FFF2-40B4-BE49-F238E27FC236}">
                <a16:creationId xmlns:a16="http://schemas.microsoft.com/office/drawing/2014/main" id="{D17BEA4E-52B4-47AB-9000-D60AD6A3B232}"/>
              </a:ext>
            </a:extLst>
          </p:cNvPr>
          <p:cNvSpPr>
            <a:spLocks noGrp="1" noChangeArrowheads="1"/>
          </p:cNvSpPr>
          <p:nvPr>
            <p:ph type="title"/>
          </p:nvPr>
        </p:nvSpPr>
        <p:spPr/>
        <p:txBody>
          <a:bodyPr/>
          <a:lstStyle/>
          <a:p>
            <a:pPr eaLnBrk="1" hangingPunct="1"/>
            <a:r>
              <a:rPr lang="en-US" altLang="en-US"/>
              <a:t>SQL Injection Attack</a:t>
            </a:r>
          </a:p>
        </p:txBody>
      </p:sp>
      <p:sp>
        <p:nvSpPr>
          <p:cNvPr id="41988" name="Rectangle 3">
            <a:extLst>
              <a:ext uri="{FF2B5EF4-FFF2-40B4-BE49-F238E27FC236}">
                <a16:creationId xmlns:a16="http://schemas.microsoft.com/office/drawing/2014/main" id="{262B2415-DB3B-4005-B3DB-DADD6C54BFB0}"/>
              </a:ext>
            </a:extLst>
          </p:cNvPr>
          <p:cNvSpPr>
            <a:spLocks noChangeArrowheads="1"/>
          </p:cNvSpPr>
          <p:nvPr/>
        </p:nvSpPr>
        <p:spPr bwMode="auto">
          <a:xfrm>
            <a:off x="5092701" y="2444750"/>
            <a:ext cx="127476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Web</a:t>
            </a:r>
          </a:p>
          <a:p>
            <a:pPr>
              <a:buFontTx/>
              <a:buNone/>
            </a:pPr>
            <a:r>
              <a:rPr lang="en-US" altLang="en-US" sz="2000">
                <a:solidFill>
                  <a:schemeClr val="tx1"/>
                </a:solidFill>
              </a:rPr>
              <a:t>server</a:t>
            </a:r>
          </a:p>
        </p:txBody>
      </p:sp>
      <p:sp>
        <p:nvSpPr>
          <p:cNvPr id="41989" name="Rectangle 4">
            <a:extLst>
              <a:ext uri="{FF2B5EF4-FFF2-40B4-BE49-F238E27FC236}">
                <a16:creationId xmlns:a16="http://schemas.microsoft.com/office/drawing/2014/main" id="{754ADC47-ACA3-48E9-AE60-5123B4D65874}"/>
              </a:ext>
            </a:extLst>
          </p:cNvPr>
          <p:cNvSpPr>
            <a:spLocks noChangeArrowheads="1"/>
          </p:cNvSpPr>
          <p:nvPr/>
        </p:nvSpPr>
        <p:spPr bwMode="auto">
          <a:xfrm>
            <a:off x="2438401" y="2444750"/>
            <a:ext cx="139541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Web </a:t>
            </a:r>
          </a:p>
          <a:p>
            <a:pPr>
              <a:buFontTx/>
              <a:buNone/>
            </a:pPr>
            <a:r>
              <a:rPr lang="en-US" altLang="en-US" sz="2000">
                <a:solidFill>
                  <a:schemeClr val="tx1"/>
                </a:solidFill>
              </a:rPr>
              <a:t>browser</a:t>
            </a:r>
          </a:p>
          <a:p>
            <a:pPr>
              <a:buFontTx/>
              <a:buNone/>
            </a:pPr>
            <a:r>
              <a:rPr lang="en-US" altLang="en-US" sz="2000">
                <a:solidFill>
                  <a:schemeClr val="tx1"/>
                </a:solidFill>
              </a:rPr>
              <a:t>(Client)</a:t>
            </a:r>
          </a:p>
        </p:txBody>
      </p:sp>
      <p:sp>
        <p:nvSpPr>
          <p:cNvPr id="41990" name="Rectangle 5">
            <a:extLst>
              <a:ext uri="{FF2B5EF4-FFF2-40B4-BE49-F238E27FC236}">
                <a16:creationId xmlns:a16="http://schemas.microsoft.com/office/drawing/2014/main" id="{D2F7589D-8CB0-4B4F-BF30-E321168E1526}"/>
              </a:ext>
            </a:extLst>
          </p:cNvPr>
          <p:cNvSpPr>
            <a:spLocks noChangeArrowheads="1"/>
          </p:cNvSpPr>
          <p:nvPr/>
        </p:nvSpPr>
        <p:spPr bwMode="auto">
          <a:xfrm>
            <a:off x="8597901" y="2444750"/>
            <a:ext cx="1274763" cy="2406650"/>
          </a:xfrm>
          <a:prstGeom prst="rect">
            <a:avLst/>
          </a:prstGeom>
          <a:solidFill>
            <a:schemeClr val="accent1"/>
          </a:solidFill>
          <a:ln w="9525" algn="ctr">
            <a:solidFill>
              <a:schemeClr val="tx1"/>
            </a:solidFill>
            <a:miter lim="800000"/>
            <a:headEnd/>
            <a:tailEnd/>
          </a:ln>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buFontTx/>
              <a:buNone/>
            </a:pPr>
            <a:r>
              <a:rPr lang="en-US" altLang="en-US" sz="2000">
                <a:solidFill>
                  <a:schemeClr val="tx1"/>
                </a:solidFill>
              </a:rPr>
              <a:t>DB</a:t>
            </a:r>
          </a:p>
        </p:txBody>
      </p:sp>
      <p:sp>
        <p:nvSpPr>
          <p:cNvPr id="41991" name="Line 6">
            <a:extLst>
              <a:ext uri="{FF2B5EF4-FFF2-40B4-BE49-F238E27FC236}">
                <a16:creationId xmlns:a16="http://schemas.microsoft.com/office/drawing/2014/main" id="{7230340C-4A96-4B98-B60D-5097EF28F11F}"/>
              </a:ext>
            </a:extLst>
          </p:cNvPr>
          <p:cNvSpPr>
            <a:spLocks noChangeShapeType="1"/>
          </p:cNvSpPr>
          <p:nvPr/>
        </p:nvSpPr>
        <p:spPr bwMode="auto">
          <a:xfrm>
            <a:off x="3814764" y="3886200"/>
            <a:ext cx="12985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992" name="Line 7">
            <a:extLst>
              <a:ext uri="{FF2B5EF4-FFF2-40B4-BE49-F238E27FC236}">
                <a16:creationId xmlns:a16="http://schemas.microsoft.com/office/drawing/2014/main" id="{CA7615E8-7658-4C6F-A99D-5AC073B49F5D}"/>
              </a:ext>
            </a:extLst>
          </p:cNvPr>
          <p:cNvSpPr>
            <a:spLocks noChangeShapeType="1"/>
          </p:cNvSpPr>
          <p:nvPr/>
        </p:nvSpPr>
        <p:spPr bwMode="auto">
          <a:xfrm flipH="1">
            <a:off x="3848100" y="4418013"/>
            <a:ext cx="11811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993" name="Rectangle 9">
            <a:extLst>
              <a:ext uri="{FF2B5EF4-FFF2-40B4-BE49-F238E27FC236}">
                <a16:creationId xmlns:a16="http://schemas.microsoft.com/office/drawing/2014/main" id="{1310D69B-3FDA-4E92-93EF-876DC57EFF7F}"/>
              </a:ext>
            </a:extLst>
          </p:cNvPr>
          <p:cNvSpPr>
            <a:spLocks noChangeArrowheads="1"/>
          </p:cNvSpPr>
          <p:nvPr/>
        </p:nvSpPr>
        <p:spPr bwMode="auto">
          <a:xfrm>
            <a:off x="6496050" y="1981200"/>
            <a:ext cx="241925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l">
              <a:buFontTx/>
              <a:buNone/>
            </a:pPr>
            <a:r>
              <a:rPr lang="en-US" altLang="en-US" sz="2000" dirty="0">
                <a:solidFill>
                  <a:schemeClr val="tx1"/>
                </a:solidFill>
              </a:rPr>
              <a:t>SELECT passwd </a:t>
            </a:r>
          </a:p>
          <a:p>
            <a:pPr algn="l">
              <a:buFontTx/>
              <a:buNone/>
            </a:pPr>
            <a:r>
              <a:rPr lang="en-US" altLang="en-US" sz="2000" dirty="0">
                <a:solidFill>
                  <a:schemeClr val="tx1"/>
                </a:solidFill>
              </a:rPr>
              <a:t>FROM USERS</a:t>
            </a:r>
          </a:p>
          <a:p>
            <a:pPr algn="l">
              <a:buFontTx/>
              <a:buNone/>
            </a:pPr>
            <a:r>
              <a:rPr lang="en-US" altLang="en-US" sz="2000" dirty="0">
                <a:solidFill>
                  <a:schemeClr val="tx1"/>
                </a:solidFill>
              </a:rPr>
              <a:t>WHERE </a:t>
            </a:r>
            <a:r>
              <a:rPr lang="en-US" altLang="en-US" sz="2000" dirty="0" err="1">
                <a:solidFill>
                  <a:schemeClr val="tx1"/>
                </a:solidFill>
              </a:rPr>
              <a:t>uname</a:t>
            </a:r>
            <a:r>
              <a:rPr lang="en-US" altLang="en-US" sz="2000" dirty="0">
                <a:solidFill>
                  <a:schemeClr val="tx1"/>
                </a:solidFill>
              </a:rPr>
              <a:t> </a:t>
            </a:r>
          </a:p>
          <a:p>
            <a:pPr algn="l">
              <a:buFontTx/>
              <a:buNone/>
            </a:pPr>
            <a:r>
              <a:rPr lang="en-US" altLang="en-US" sz="2000" dirty="0">
                <a:solidFill>
                  <a:schemeClr val="tx1"/>
                </a:solidFill>
              </a:rPr>
              <a:t>IS ‘’; </a:t>
            </a:r>
            <a:r>
              <a:rPr lang="en-US" altLang="en-US" sz="2000" b="1" dirty="0">
                <a:solidFill>
                  <a:srgbClr val="FF0000"/>
                </a:solidFill>
              </a:rPr>
              <a:t>DROP TABLE</a:t>
            </a:r>
          </a:p>
          <a:p>
            <a:pPr algn="l">
              <a:buFontTx/>
              <a:buNone/>
            </a:pPr>
            <a:r>
              <a:rPr lang="en-US" altLang="en-US" sz="2000" b="1" dirty="0">
                <a:solidFill>
                  <a:srgbClr val="FF0000"/>
                </a:solidFill>
              </a:rPr>
              <a:t>USERS; </a:t>
            </a:r>
            <a:r>
              <a:rPr lang="en-US" altLang="en-US" sz="2000" dirty="0">
                <a:solidFill>
                  <a:schemeClr val="tx1"/>
                </a:solidFill>
              </a:rPr>
              <a:t>-- ’</a:t>
            </a:r>
          </a:p>
        </p:txBody>
      </p:sp>
      <p:sp>
        <p:nvSpPr>
          <p:cNvPr id="41994" name="Line 10">
            <a:extLst>
              <a:ext uri="{FF2B5EF4-FFF2-40B4-BE49-F238E27FC236}">
                <a16:creationId xmlns:a16="http://schemas.microsoft.com/office/drawing/2014/main" id="{DC89E31B-F841-428D-969F-047846416C51}"/>
              </a:ext>
            </a:extLst>
          </p:cNvPr>
          <p:cNvSpPr>
            <a:spLocks noChangeShapeType="1"/>
          </p:cNvSpPr>
          <p:nvPr/>
        </p:nvSpPr>
        <p:spPr bwMode="auto">
          <a:xfrm>
            <a:off x="6372226" y="3886200"/>
            <a:ext cx="22129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995" name="Line 11">
            <a:extLst>
              <a:ext uri="{FF2B5EF4-FFF2-40B4-BE49-F238E27FC236}">
                <a16:creationId xmlns:a16="http://schemas.microsoft.com/office/drawing/2014/main" id="{F0FFDBD3-D75E-4F2F-A8CB-D83880171CE1}"/>
              </a:ext>
            </a:extLst>
          </p:cNvPr>
          <p:cNvSpPr>
            <a:spLocks noChangeShapeType="1"/>
          </p:cNvSpPr>
          <p:nvPr/>
        </p:nvSpPr>
        <p:spPr bwMode="auto">
          <a:xfrm flipH="1">
            <a:off x="6405563" y="4381500"/>
            <a:ext cx="21193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996" name="Slide Number Placeholder 5">
            <a:extLst>
              <a:ext uri="{FF2B5EF4-FFF2-40B4-BE49-F238E27FC236}">
                <a16:creationId xmlns:a16="http://schemas.microsoft.com/office/drawing/2014/main" id="{65A48EFC-A63E-472E-A4DA-7C5032FDE6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r>
              <a:rPr lang="en-US" altLang="en-US" sz="1200">
                <a:latin typeface="Arial" panose="020B0604020202020204" pitchFamily="34" charset="0"/>
              </a:rPr>
              <a:t>slide </a:t>
            </a:r>
            <a:fld id="{7AAAB909-8EB1-486E-82DD-8700FEAC2C98}" type="slidenum">
              <a:rPr lang="en-US" altLang="en-US" sz="1200">
                <a:latin typeface="Arial" panose="020B0604020202020204" pitchFamily="34" charset="0"/>
              </a:rPr>
              <a:pPr/>
              <a:t>12</a:t>
            </a:fld>
            <a:endParaRPr lang="en-US" altLang="en-US" sz="1200">
              <a:latin typeface="Arial" panose="020B0604020202020204" pitchFamily="34" charset="0"/>
            </a:endParaRPr>
          </a:p>
        </p:txBody>
      </p:sp>
      <p:sp>
        <p:nvSpPr>
          <p:cNvPr id="14" name="Oval 13">
            <a:extLst>
              <a:ext uri="{FF2B5EF4-FFF2-40B4-BE49-F238E27FC236}">
                <a16:creationId xmlns:a16="http://schemas.microsoft.com/office/drawing/2014/main" id="{DFE91D3B-ABD8-4A6D-AB0A-86FF72A4DC94}"/>
              </a:ext>
            </a:extLst>
          </p:cNvPr>
          <p:cNvSpPr>
            <a:spLocks noChangeArrowheads="1"/>
          </p:cNvSpPr>
          <p:nvPr/>
        </p:nvSpPr>
        <p:spPr bwMode="auto">
          <a:xfrm>
            <a:off x="6061076" y="2846389"/>
            <a:ext cx="2971800" cy="792162"/>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endParaRPr lang="en-US" altLang="en-US"/>
          </a:p>
        </p:txBody>
      </p:sp>
      <p:sp>
        <p:nvSpPr>
          <p:cNvPr id="15" name="Line 14">
            <a:extLst>
              <a:ext uri="{FF2B5EF4-FFF2-40B4-BE49-F238E27FC236}">
                <a16:creationId xmlns:a16="http://schemas.microsoft.com/office/drawing/2014/main" id="{174FCDDE-AF6B-41A0-83FB-BFF5B320F78A}"/>
              </a:ext>
            </a:extLst>
          </p:cNvPr>
          <p:cNvSpPr>
            <a:spLocks noChangeShapeType="1"/>
          </p:cNvSpPr>
          <p:nvPr/>
        </p:nvSpPr>
        <p:spPr bwMode="auto">
          <a:xfrm>
            <a:off x="7608936" y="3664803"/>
            <a:ext cx="449263" cy="1277938"/>
          </a:xfrm>
          <a:prstGeom prst="line">
            <a:avLst/>
          </a:prstGeom>
          <a:noFill/>
          <a:ln w="952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15">
            <a:extLst>
              <a:ext uri="{FF2B5EF4-FFF2-40B4-BE49-F238E27FC236}">
                <a16:creationId xmlns:a16="http://schemas.microsoft.com/office/drawing/2014/main" id="{FEA4CB5E-F704-469A-87C5-7086F706162E}"/>
              </a:ext>
            </a:extLst>
          </p:cNvPr>
          <p:cNvSpPr txBox="1">
            <a:spLocks noChangeArrowheads="1"/>
          </p:cNvSpPr>
          <p:nvPr/>
        </p:nvSpPr>
        <p:spPr bwMode="auto">
          <a:xfrm>
            <a:off x="6781800" y="4968876"/>
            <a:ext cx="2692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spcBef>
                <a:spcPct val="50000"/>
              </a:spcBef>
              <a:buFontTx/>
              <a:buNone/>
            </a:pPr>
            <a:r>
              <a:rPr lang="en-US" altLang="en-US">
                <a:solidFill>
                  <a:srgbClr val="FF0000"/>
                </a:solidFill>
              </a:rPr>
              <a:t>Eliminates all user accounts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0062-F1EE-40AF-A6E3-A7DDF4866A6B}"/>
              </a:ext>
            </a:extLst>
          </p:cNvPr>
          <p:cNvSpPr>
            <a:spLocks noGrp="1"/>
          </p:cNvSpPr>
          <p:nvPr>
            <p:ph type="title"/>
          </p:nvPr>
        </p:nvSpPr>
        <p:spPr/>
        <p:txBody>
          <a:bodyPr/>
          <a:lstStyle/>
          <a:p>
            <a:r>
              <a:rPr lang="en-US" dirty="0"/>
              <a:t>Exploits of a mom</a:t>
            </a:r>
          </a:p>
        </p:txBody>
      </p:sp>
      <p:pic>
        <p:nvPicPr>
          <p:cNvPr id="4" name="Picture 6" descr="mom">
            <a:extLst>
              <a:ext uri="{FF2B5EF4-FFF2-40B4-BE49-F238E27FC236}">
                <a16:creationId xmlns:a16="http://schemas.microsoft.com/office/drawing/2014/main" id="{736AD056-8266-45F4-8768-03CCC82E3A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7050" y="2024589"/>
            <a:ext cx="8457143" cy="260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991B6DCA-CAC6-43E4-BA9B-37FBCECFF987}"/>
              </a:ext>
            </a:extLst>
          </p:cNvPr>
          <p:cNvSpPr/>
          <p:nvPr/>
        </p:nvSpPr>
        <p:spPr>
          <a:xfrm>
            <a:off x="1517050" y="5235131"/>
            <a:ext cx="8951548" cy="646331"/>
          </a:xfrm>
          <a:prstGeom prst="rect">
            <a:avLst/>
          </a:prstGeom>
        </p:spPr>
        <p:txBody>
          <a:bodyPr wrap="square">
            <a:spAutoFit/>
          </a:bodyPr>
          <a:lstStyle/>
          <a:p>
            <a:pPr marL="285750" indent="-285750">
              <a:buFont typeface="Arial" panose="020B0604020202020204" pitchFamily="34" charset="0"/>
              <a:buChar char="•"/>
            </a:pPr>
            <a:r>
              <a:rPr lang="en-US" dirty="0"/>
              <a:t>Sanitizing user input involves cleaning the data to remove any potentially harmful characters or sequences that could be interpreted as SQL commands.</a:t>
            </a:r>
          </a:p>
        </p:txBody>
      </p:sp>
    </p:spTree>
    <p:extLst>
      <p:ext uri="{BB962C8B-B14F-4D97-AF65-F5344CB8AC3E}">
        <p14:creationId xmlns:p14="http://schemas.microsoft.com/office/powerpoint/2010/main" val="4230228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DDCDAAC5-0366-409D-97A8-73DF998326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r>
              <a:rPr lang="en-US" altLang="en-US" sz="1200">
                <a:latin typeface="Arial" panose="020B0604020202020204" pitchFamily="34" charset="0"/>
              </a:rPr>
              <a:t>slide </a:t>
            </a:r>
            <a:fld id="{2D186E70-F561-4811-A1A0-1F6F4977F960}" type="slidenum">
              <a:rPr lang="en-US" altLang="en-US" sz="1200">
                <a:latin typeface="Arial" panose="020B0604020202020204" pitchFamily="34" charset="0"/>
              </a:rPr>
              <a:pPr/>
              <a:t>14</a:t>
            </a:fld>
            <a:endParaRPr lang="en-US" altLang="en-US" sz="1200">
              <a:latin typeface="Arial" panose="020B0604020202020204" pitchFamily="34" charset="0"/>
            </a:endParaRPr>
          </a:p>
        </p:txBody>
      </p:sp>
      <p:sp>
        <p:nvSpPr>
          <p:cNvPr id="46083" name="Rectangle 2">
            <a:extLst>
              <a:ext uri="{FF2B5EF4-FFF2-40B4-BE49-F238E27FC236}">
                <a16:creationId xmlns:a16="http://schemas.microsoft.com/office/drawing/2014/main" id="{30CF9BE1-55EB-4647-88EE-85ECA40B7930}"/>
              </a:ext>
            </a:extLst>
          </p:cNvPr>
          <p:cNvSpPr>
            <a:spLocks noGrp="1" noChangeArrowheads="1"/>
          </p:cNvSpPr>
          <p:nvPr>
            <p:ph type="title"/>
          </p:nvPr>
        </p:nvSpPr>
        <p:spPr>
          <a:xfrm>
            <a:off x="0" y="0"/>
            <a:ext cx="12192000" cy="685800"/>
          </a:xfrm>
        </p:spPr>
        <p:txBody>
          <a:bodyPr/>
          <a:lstStyle/>
          <a:p>
            <a:r>
              <a:rPr lang="en-US" altLang="en-US"/>
              <a:t>Using SQL Injection to Log In</a:t>
            </a:r>
          </a:p>
        </p:txBody>
      </p:sp>
      <p:sp>
        <p:nvSpPr>
          <p:cNvPr id="46084" name="Rectangle 3">
            <a:extLst>
              <a:ext uri="{FF2B5EF4-FFF2-40B4-BE49-F238E27FC236}">
                <a16:creationId xmlns:a16="http://schemas.microsoft.com/office/drawing/2014/main" id="{8123C541-FAF0-4FE5-AE9E-892B252FF58C}"/>
              </a:ext>
            </a:extLst>
          </p:cNvPr>
          <p:cNvSpPr>
            <a:spLocks noGrp="1" noChangeArrowheads="1"/>
          </p:cNvSpPr>
          <p:nvPr>
            <p:ph type="body" idx="1"/>
          </p:nvPr>
        </p:nvSpPr>
        <p:spPr>
          <a:xfrm>
            <a:off x="2209800" y="1219200"/>
            <a:ext cx="8382000" cy="4876800"/>
          </a:xfrm>
        </p:spPr>
        <p:txBody>
          <a:bodyPr/>
          <a:lstStyle/>
          <a:p>
            <a:r>
              <a:rPr lang="en-US" altLang="en-US" dirty="0"/>
              <a:t>User gives username</a:t>
            </a:r>
            <a:r>
              <a:rPr lang="en-US" altLang="en-US" dirty="0">
                <a:solidFill>
                  <a:srgbClr val="008000"/>
                </a:solidFill>
              </a:rPr>
              <a:t> </a:t>
            </a:r>
            <a:r>
              <a:rPr lang="en-US" altLang="en-US" dirty="0">
                <a:solidFill>
                  <a:srgbClr val="FF0000"/>
                </a:solidFill>
              </a:rPr>
              <a:t>′ OR 1=1 --</a:t>
            </a:r>
            <a:endParaRPr lang="en-US" altLang="en-US" dirty="0">
              <a:solidFill>
                <a:srgbClr val="008000"/>
              </a:solidFill>
            </a:endParaRPr>
          </a:p>
          <a:p>
            <a:r>
              <a:rPr lang="en-US" altLang="en-US" dirty="0"/>
              <a:t>Web server executes query</a:t>
            </a:r>
          </a:p>
          <a:p>
            <a:pPr>
              <a:buFont typeface="Monotype Sorts" pitchFamily="2" charset="2"/>
              <a:buNone/>
            </a:pPr>
            <a:r>
              <a:rPr lang="en-US" altLang="en-US" dirty="0">
                <a:solidFill>
                  <a:srgbClr val="008000"/>
                </a:solidFill>
              </a:rPr>
              <a:t>   set </a:t>
            </a:r>
            <a:r>
              <a:rPr lang="en-US" altLang="en-US" dirty="0" err="1">
                <a:solidFill>
                  <a:srgbClr val="008000"/>
                </a:solidFill>
              </a:rPr>
              <a:t>UserFound</a:t>
            </a:r>
            <a:r>
              <a:rPr lang="en-US" altLang="en-US" dirty="0">
                <a:solidFill>
                  <a:srgbClr val="008000"/>
                </a:solidFill>
              </a:rPr>
              <a:t>=execute(</a:t>
            </a:r>
          </a:p>
          <a:p>
            <a:pPr>
              <a:buFont typeface="Monotype Sorts" pitchFamily="2" charset="2"/>
              <a:buNone/>
            </a:pPr>
            <a:r>
              <a:rPr lang="en-US" altLang="en-US" dirty="0">
                <a:solidFill>
                  <a:srgbClr val="008000"/>
                </a:solidFill>
              </a:rPr>
              <a:t>        SELECT * FROM </a:t>
            </a:r>
            <a:r>
              <a:rPr lang="en-US" altLang="en-US" dirty="0" err="1">
                <a:solidFill>
                  <a:srgbClr val="008000"/>
                </a:solidFill>
              </a:rPr>
              <a:t>UserTable</a:t>
            </a:r>
            <a:r>
              <a:rPr lang="en-US" altLang="en-US" dirty="0">
                <a:solidFill>
                  <a:srgbClr val="008000"/>
                </a:solidFill>
              </a:rPr>
              <a:t> WHERE</a:t>
            </a:r>
          </a:p>
          <a:p>
            <a:pPr>
              <a:buFont typeface="Monotype Sorts" pitchFamily="2" charset="2"/>
              <a:buNone/>
            </a:pPr>
            <a:r>
              <a:rPr lang="en-US" altLang="en-US" dirty="0">
                <a:solidFill>
                  <a:srgbClr val="008000"/>
                </a:solidFill>
              </a:rPr>
              <a:t>        username=‘</a:t>
            </a:r>
            <a:r>
              <a:rPr lang="en-US" altLang="en-US" dirty="0">
                <a:solidFill>
                  <a:srgbClr val="FF0000"/>
                </a:solidFill>
              </a:rPr>
              <a:t>’ OR 1=1 --</a:t>
            </a:r>
            <a:r>
              <a:rPr lang="en-US" altLang="en-US" dirty="0">
                <a:solidFill>
                  <a:srgbClr val="008000"/>
                </a:solidFill>
              </a:rPr>
              <a:t> … );</a:t>
            </a:r>
          </a:p>
          <a:p>
            <a:pPr lvl="1"/>
            <a:endParaRPr lang="en-US" altLang="en-US" dirty="0"/>
          </a:p>
          <a:p>
            <a:r>
              <a:rPr lang="en-US" altLang="en-US" dirty="0"/>
              <a:t>Now </a:t>
            </a:r>
            <a:r>
              <a:rPr lang="en-US" altLang="en-US" u="sng" dirty="0"/>
              <a:t>all</a:t>
            </a:r>
            <a:r>
              <a:rPr lang="en-US" altLang="en-US" dirty="0"/>
              <a:t> records match the query, so the result is not empty </a:t>
            </a:r>
            <a:r>
              <a:rPr lang="en-US" altLang="en-US" dirty="0">
                <a:sym typeface="Symbol" panose="05050102010706020507" pitchFamily="18" charset="2"/>
              </a:rPr>
              <a:t> </a:t>
            </a:r>
            <a:r>
              <a:rPr lang="en-US" altLang="en-US" dirty="0"/>
              <a:t>correct “authentication”!</a:t>
            </a:r>
            <a:endParaRPr lang="en-US" altLang="en-US" dirty="0">
              <a:solidFill>
                <a:srgbClr val="FF0000"/>
              </a:solidFill>
            </a:endParaRPr>
          </a:p>
        </p:txBody>
      </p:sp>
      <p:sp>
        <p:nvSpPr>
          <p:cNvPr id="46085" name="AutoShape 4">
            <a:extLst>
              <a:ext uri="{FF2B5EF4-FFF2-40B4-BE49-F238E27FC236}">
                <a16:creationId xmlns:a16="http://schemas.microsoft.com/office/drawing/2014/main" id="{10BACAD7-7898-4A88-B10C-E4CD2FDB7631}"/>
              </a:ext>
            </a:extLst>
          </p:cNvPr>
          <p:cNvSpPr>
            <a:spLocks noChangeArrowheads="1"/>
          </p:cNvSpPr>
          <p:nvPr/>
        </p:nvSpPr>
        <p:spPr bwMode="auto">
          <a:xfrm>
            <a:off x="4648200" y="4275138"/>
            <a:ext cx="1295400" cy="296862"/>
          </a:xfrm>
          <a:prstGeom prst="wedgeRectCallout">
            <a:avLst>
              <a:gd name="adj1" fmla="val 20833"/>
              <a:gd name="adj2" fmla="val -103477"/>
            </a:avLst>
          </a:prstGeom>
          <a:solidFill>
            <a:srgbClr val="FF99CC"/>
          </a:solidFill>
          <a:ln w="12700">
            <a:solidFill>
              <a:schemeClr val="tx1"/>
            </a:solidFill>
            <a:miter lim="800000"/>
            <a:headEnd/>
            <a:tailEnd/>
          </a:ln>
        </p:spPr>
        <p:txBody>
          <a:bodyPr>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nSpc>
                <a:spcPct val="90000"/>
              </a:lnSpc>
              <a:buFontTx/>
              <a:buNone/>
            </a:pPr>
            <a:r>
              <a:rPr lang="en-US" altLang="en-US" sz="1400">
                <a:solidFill>
                  <a:schemeClr val="tx1"/>
                </a:solidFill>
              </a:rPr>
              <a:t>Always true!</a:t>
            </a:r>
          </a:p>
        </p:txBody>
      </p:sp>
      <p:sp>
        <p:nvSpPr>
          <p:cNvPr id="46086" name="AutoShape 5">
            <a:extLst>
              <a:ext uri="{FF2B5EF4-FFF2-40B4-BE49-F238E27FC236}">
                <a16:creationId xmlns:a16="http://schemas.microsoft.com/office/drawing/2014/main" id="{45D7B33C-D5CE-43E7-A0CE-F23D9DB9345B}"/>
              </a:ext>
            </a:extLst>
          </p:cNvPr>
          <p:cNvSpPr>
            <a:spLocks noChangeArrowheads="1"/>
          </p:cNvSpPr>
          <p:nvPr/>
        </p:nvSpPr>
        <p:spPr bwMode="auto">
          <a:xfrm>
            <a:off x="6324600" y="4275138"/>
            <a:ext cx="2590800" cy="296862"/>
          </a:xfrm>
          <a:prstGeom prst="wedgeRectCallout">
            <a:avLst>
              <a:gd name="adj1" fmla="val -21199"/>
              <a:gd name="adj2" fmla="val -87435"/>
            </a:avLst>
          </a:prstGeom>
          <a:solidFill>
            <a:srgbClr val="FF99CC"/>
          </a:solidFill>
          <a:ln w="12700">
            <a:solidFill>
              <a:schemeClr val="tx1"/>
            </a:solidFill>
            <a:miter lim="800000"/>
            <a:headEnd/>
            <a:tailEnd/>
          </a:ln>
        </p:spPr>
        <p:txBody>
          <a:bodyPr>
            <a:spAutoFit/>
          </a:bodyPr>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nSpc>
                <a:spcPct val="90000"/>
              </a:lnSpc>
              <a:buFontTx/>
              <a:buNone/>
            </a:pPr>
            <a:r>
              <a:rPr lang="en-US" altLang="en-US" sz="1400">
                <a:solidFill>
                  <a:schemeClr val="tx1"/>
                </a:solidFill>
              </a:rPr>
              <a:t>Everything after -- is ignored!</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5B0DAF1-0A4E-4C97-AA13-6C91F596DE78}"/>
              </a:ext>
            </a:extLst>
          </p:cNvPr>
          <p:cNvSpPr>
            <a:spLocks noGrp="1" noChangeArrowheads="1"/>
          </p:cNvSpPr>
          <p:nvPr>
            <p:ph type="title"/>
          </p:nvPr>
        </p:nvSpPr>
        <p:spPr/>
        <p:txBody>
          <a:bodyPr/>
          <a:lstStyle/>
          <a:p>
            <a:r>
              <a:rPr lang="en-US" altLang="en-US"/>
              <a:t>Preventing SQL Injection</a:t>
            </a:r>
          </a:p>
        </p:txBody>
      </p:sp>
      <p:sp>
        <p:nvSpPr>
          <p:cNvPr id="52227" name="Rectangle 3" descr="Rectangle: Click to edit Master text styles&#10;Second level&#10;Third level&#10;Fourth level&#10;Fifth level">
            <a:extLst>
              <a:ext uri="{FF2B5EF4-FFF2-40B4-BE49-F238E27FC236}">
                <a16:creationId xmlns:a16="http://schemas.microsoft.com/office/drawing/2014/main" id="{9D280EFB-6BBF-450B-A3CE-6171CC5E89CB}"/>
              </a:ext>
            </a:extLst>
          </p:cNvPr>
          <p:cNvSpPr>
            <a:spLocks noGrp="1" noChangeArrowheads="1"/>
          </p:cNvSpPr>
          <p:nvPr>
            <p:ph type="body" idx="1"/>
          </p:nvPr>
        </p:nvSpPr>
        <p:spPr>
          <a:xfrm>
            <a:off x="1600200" y="1066800"/>
            <a:ext cx="8534400" cy="5029200"/>
          </a:xfrm>
        </p:spPr>
        <p:txBody>
          <a:bodyPr>
            <a:normAutofit lnSpcReduction="10000"/>
          </a:bodyPr>
          <a:lstStyle/>
          <a:p>
            <a:r>
              <a:rPr lang="en-US" altLang="en-US" dirty="0"/>
              <a:t>Validate all inputs</a:t>
            </a:r>
          </a:p>
          <a:p>
            <a:pPr lvl="1"/>
            <a:r>
              <a:rPr lang="en-US" altLang="en-US" dirty="0"/>
              <a:t>Filter out any character that has special meaning</a:t>
            </a:r>
          </a:p>
          <a:p>
            <a:pPr lvl="2"/>
            <a:r>
              <a:rPr lang="en-US" altLang="en-US" dirty="0"/>
              <a:t>Apostrophes, semicolons, percent symbols, hyphens, underscores, …</a:t>
            </a:r>
          </a:p>
          <a:p>
            <a:pPr lvl="1"/>
            <a:r>
              <a:rPr lang="en-US" altLang="en-US" dirty="0"/>
              <a:t>Check the data type (e.g., input must be an integer)</a:t>
            </a:r>
          </a:p>
          <a:p>
            <a:r>
              <a:rPr lang="en-US" altLang="en-US" dirty="0"/>
              <a:t>Whitelist permitted characters</a:t>
            </a:r>
          </a:p>
          <a:p>
            <a:pPr lvl="1"/>
            <a:r>
              <a:rPr lang="en-US" altLang="en-US" dirty="0"/>
              <a:t>Blacklisting “bad” characters doesn’t work</a:t>
            </a:r>
          </a:p>
          <a:p>
            <a:pPr lvl="2"/>
            <a:r>
              <a:rPr lang="en-US" altLang="en-US" dirty="0"/>
              <a:t>Forget to filter out some characters</a:t>
            </a:r>
          </a:p>
          <a:p>
            <a:pPr lvl="2"/>
            <a:r>
              <a:rPr lang="en-US" altLang="en-US" dirty="0"/>
              <a:t>Could prevent valid input (e.g., last name O’Brien)</a:t>
            </a:r>
          </a:p>
          <a:p>
            <a:pPr lvl="1"/>
            <a:r>
              <a:rPr lang="en-US" altLang="en-US" dirty="0"/>
              <a:t>Allow only well-defined set of safe values</a:t>
            </a:r>
          </a:p>
          <a:p>
            <a:pPr lvl="2"/>
            <a:r>
              <a:rPr lang="en-US" altLang="en-US" dirty="0"/>
              <a:t>Implicitly defined through regular expressions</a:t>
            </a:r>
          </a:p>
        </p:txBody>
      </p:sp>
      <p:sp>
        <p:nvSpPr>
          <p:cNvPr id="52228" name="Slide Number Placeholder 5">
            <a:extLst>
              <a:ext uri="{FF2B5EF4-FFF2-40B4-BE49-F238E27FC236}">
                <a16:creationId xmlns:a16="http://schemas.microsoft.com/office/drawing/2014/main" id="{9A307099-F130-451A-AADB-DB6142D62221}"/>
              </a:ext>
            </a:extLst>
          </p:cNvPr>
          <p:cNvSpPr txBox="1">
            <a:spLocks/>
          </p:cNvSpPr>
          <p:nvPr/>
        </p:nvSpPr>
        <p:spPr bwMode="auto">
          <a:xfrm>
            <a:off x="8686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bg2"/>
                </a:solidFill>
                <a:latin typeface="Tahoma" panose="020B0604030504040204" pitchFamily="34" charset="0"/>
              </a:defRPr>
            </a:lvl1pPr>
            <a:lvl2pPr marL="742950" indent="-285750">
              <a:defRPr sz="2400">
                <a:solidFill>
                  <a:schemeClr val="bg2"/>
                </a:solidFill>
                <a:latin typeface="Tahoma" panose="020B0604030504040204" pitchFamily="34" charset="0"/>
              </a:defRPr>
            </a:lvl2pPr>
            <a:lvl3pPr marL="1143000" indent="-228600">
              <a:defRPr sz="2400">
                <a:solidFill>
                  <a:schemeClr val="bg2"/>
                </a:solidFill>
                <a:latin typeface="Tahoma" panose="020B0604030504040204" pitchFamily="34" charset="0"/>
              </a:defRPr>
            </a:lvl3pPr>
            <a:lvl4pPr marL="1600200" indent="-228600">
              <a:defRPr sz="2400">
                <a:solidFill>
                  <a:schemeClr val="bg2"/>
                </a:solidFill>
                <a:latin typeface="Tahoma" panose="020B0604030504040204" pitchFamily="34" charset="0"/>
              </a:defRPr>
            </a:lvl4pPr>
            <a:lvl5pPr marL="2057400" indent="-228600">
              <a:defRPr sz="2400">
                <a:solidFill>
                  <a:schemeClr val="bg2"/>
                </a:solidFill>
                <a:latin typeface="Tahoma" panose="020B0604030504040204" pitchFamily="34" charset="0"/>
              </a:defRPr>
            </a:lvl5pPr>
            <a:lvl6pPr marL="25146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6pPr>
            <a:lvl7pPr marL="29718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7pPr>
            <a:lvl8pPr marL="34290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8pPr>
            <a:lvl9pPr marL="3886200" indent="-228600" algn="ctr" eaLnBrk="0" fontAlgn="base" hangingPunct="0">
              <a:spcBef>
                <a:spcPct val="20000"/>
              </a:spcBef>
              <a:spcAft>
                <a:spcPct val="0"/>
              </a:spcAft>
              <a:buClr>
                <a:schemeClr val="accent2"/>
              </a:buClr>
              <a:buChar char="•"/>
              <a:defRPr sz="2400">
                <a:solidFill>
                  <a:schemeClr val="bg2"/>
                </a:solidFill>
                <a:latin typeface="Tahoma" panose="020B0604030504040204" pitchFamily="34" charset="0"/>
              </a:defRPr>
            </a:lvl9pPr>
          </a:lstStyle>
          <a:p>
            <a:pPr algn="r">
              <a:spcBef>
                <a:spcPct val="50000"/>
              </a:spcBef>
              <a:buClrTx/>
              <a:buFontTx/>
              <a:buNone/>
            </a:pPr>
            <a:r>
              <a:rPr lang="en-US" altLang="en-US" sz="1200">
                <a:latin typeface="Arial" panose="020B0604020202020204" pitchFamily="34" charset="0"/>
              </a:rPr>
              <a:t>slide </a:t>
            </a:r>
            <a:fld id="{24481DE0-1C9A-49FB-BFC3-BC2ADB906203}" type="slidenum">
              <a:rPr lang="en-US" altLang="en-US" sz="1200">
                <a:latin typeface="Arial" panose="020B0604020202020204" pitchFamily="34" charset="0"/>
              </a:rPr>
              <a:pPr algn="r">
                <a:spcBef>
                  <a:spcPct val="50000"/>
                </a:spcBef>
                <a:buClrTx/>
                <a:buFontTx/>
                <a:buNone/>
              </a:pPr>
              <a:t>15</a:t>
            </a:fld>
            <a:endParaRPr lang="en-US" altLang="en-US" sz="120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Physical integrity</a:t>
            </a:r>
          </a:p>
          <a:p>
            <a:r>
              <a:rPr lang="en-US" dirty="0"/>
              <a:t>Logical integrity</a:t>
            </a:r>
          </a:p>
          <a:p>
            <a:r>
              <a:rPr lang="en-US" dirty="0"/>
              <a:t>Element integrity</a:t>
            </a:r>
          </a:p>
          <a:p>
            <a:r>
              <a:rPr lang="en-US" dirty="0"/>
              <a:t>Auditability</a:t>
            </a:r>
          </a:p>
          <a:p>
            <a:r>
              <a:rPr lang="en-US" dirty="0"/>
              <a:t>Access control</a:t>
            </a:r>
          </a:p>
          <a:p>
            <a:r>
              <a:rPr lang="en-US" dirty="0"/>
              <a:t>User authentication</a:t>
            </a:r>
          </a:p>
          <a:p>
            <a:r>
              <a:rPr lang="en-US" dirty="0"/>
              <a:t>Availability</a:t>
            </a:r>
          </a:p>
        </p:txBody>
      </p:sp>
      <p:sp>
        <p:nvSpPr>
          <p:cNvPr id="4" name="Slide Number Placeholder 3"/>
          <p:cNvSpPr>
            <a:spLocks noGrp="1"/>
          </p:cNvSpPr>
          <p:nvPr>
            <p:ph type="sldNum" sz="quarter" idx="12"/>
          </p:nvPr>
        </p:nvSpPr>
        <p:spPr/>
        <p:txBody>
          <a:bodyPr/>
          <a:lstStyle/>
          <a:p>
            <a:endParaRPr lang="en-US" dirty="0">
              <a:latin typeface="Arial"/>
            </a:endParaRPr>
          </a:p>
        </p:txBody>
      </p:sp>
      <p:sp>
        <p:nvSpPr>
          <p:cNvPr id="5" name="Title 4"/>
          <p:cNvSpPr>
            <a:spLocks noGrp="1"/>
          </p:cNvSpPr>
          <p:nvPr>
            <p:ph type="title"/>
          </p:nvPr>
        </p:nvSpPr>
        <p:spPr/>
        <p:txBody>
          <a:bodyPr/>
          <a:lstStyle/>
          <a:p>
            <a:r>
              <a:rPr lang="en-US" dirty="0"/>
              <a:t>Database Security Requirements</a:t>
            </a:r>
            <a:endParaRPr lang="en-CA" dirty="0"/>
          </a:p>
        </p:txBody>
      </p:sp>
    </p:spTree>
    <p:extLst>
      <p:ext uri="{BB962C8B-B14F-4D97-AF65-F5344CB8AC3E}">
        <p14:creationId xmlns:p14="http://schemas.microsoft.com/office/powerpoint/2010/main" val="702738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 and Integrity</a:t>
            </a:r>
          </a:p>
        </p:txBody>
      </p:sp>
      <p:sp>
        <p:nvSpPr>
          <p:cNvPr id="3" name="Content Placeholder 2"/>
          <p:cNvSpPr>
            <a:spLocks noGrp="1"/>
          </p:cNvSpPr>
          <p:nvPr>
            <p:ph idx="1"/>
          </p:nvPr>
        </p:nvSpPr>
        <p:spPr/>
        <p:txBody>
          <a:bodyPr>
            <a:normAutofit/>
          </a:bodyPr>
          <a:lstStyle/>
          <a:p>
            <a:r>
              <a:rPr lang="en-US" dirty="0"/>
              <a:t>Reliability</a:t>
            </a:r>
          </a:p>
          <a:p>
            <a:r>
              <a:rPr lang="en-US" dirty="0"/>
              <a:t>Database integrity </a:t>
            </a:r>
          </a:p>
          <a:p>
            <a:r>
              <a:rPr lang="en-US" dirty="0"/>
              <a:t>Element integrity and accuracy </a:t>
            </a:r>
          </a:p>
          <a:p>
            <a:r>
              <a:rPr lang="en-US" b="1" i="1" dirty="0">
                <a:effectLst>
                  <a:outerShdw blurRad="38100" dist="38100" dir="2700000" algn="tl">
                    <a:srgbClr val="000000">
                      <a:alpha val="43137"/>
                    </a:srgbClr>
                  </a:outerShdw>
                </a:effectLst>
              </a:rPr>
              <a:t>Main concern is that the database system would fail in the middle of an update, leaving the database in a partially updated and inconsistent state.</a:t>
            </a:r>
          </a:p>
          <a:p>
            <a:pPr lvl="1"/>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17</a:t>
            </a:fld>
            <a:endParaRPr lang="en-US">
              <a:latin typeface="Arial"/>
            </a:endParaRPr>
          </a:p>
        </p:txBody>
      </p:sp>
    </p:spTree>
    <p:extLst>
      <p:ext uri="{BB962C8B-B14F-4D97-AF65-F5344CB8AC3E}">
        <p14:creationId xmlns:p14="http://schemas.microsoft.com/office/powerpoint/2010/main" val="4256324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Two-Phase Update</a:t>
            </a:r>
          </a:p>
        </p:txBody>
      </p:sp>
      <p:sp>
        <p:nvSpPr>
          <p:cNvPr id="3" name="Content Placeholder 2"/>
          <p:cNvSpPr>
            <a:spLocks noGrp="1"/>
          </p:cNvSpPr>
          <p:nvPr>
            <p:ph idx="1"/>
          </p:nvPr>
        </p:nvSpPr>
        <p:spPr/>
        <p:txBody>
          <a:bodyPr>
            <a:normAutofit/>
          </a:bodyPr>
          <a:lstStyle/>
          <a:p>
            <a:r>
              <a:rPr lang="en-US" dirty="0"/>
              <a:t>If the computing system fails in the middle of data modification, the database manager must determine what (if anything) needs correction or restoration to its previous state.</a:t>
            </a:r>
          </a:p>
          <a:p>
            <a:r>
              <a:rPr lang="en-US" dirty="0"/>
              <a:t>Phase 1: Intent</a:t>
            </a:r>
          </a:p>
          <a:p>
            <a:r>
              <a:rPr lang="en-US" dirty="0"/>
              <a:t>Phase 2: Write</a:t>
            </a:r>
          </a:p>
          <a:p>
            <a:r>
              <a:rPr lang="en-US" dirty="0"/>
              <a:t>If the DBMS fails during either phase 1 or phase 2, it can be restarted and repeat that phase without causing harm</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18</a:t>
            </a:fld>
            <a:endParaRPr lang="en-US">
              <a:latin typeface="Arial"/>
            </a:endParaRPr>
          </a:p>
        </p:txBody>
      </p:sp>
    </p:spTree>
    <p:extLst>
      <p:ext uri="{BB962C8B-B14F-4D97-AF65-F5344CB8AC3E}">
        <p14:creationId xmlns:p14="http://schemas.microsoft.com/office/powerpoint/2010/main" val="2203066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BDC-9722-490F-AF1A-2D3A94AFC964}"/>
              </a:ext>
            </a:extLst>
          </p:cNvPr>
          <p:cNvSpPr>
            <a:spLocks noGrp="1"/>
          </p:cNvSpPr>
          <p:nvPr>
            <p:ph type="title"/>
          </p:nvPr>
        </p:nvSpPr>
        <p:spPr/>
        <p:txBody>
          <a:bodyPr/>
          <a:lstStyle/>
          <a:p>
            <a:r>
              <a:rPr lang="en-US" dirty="0"/>
              <a:t>Two-Phase Update Example</a:t>
            </a:r>
          </a:p>
        </p:txBody>
      </p:sp>
      <p:sp>
        <p:nvSpPr>
          <p:cNvPr id="3" name="Content Placeholder 2">
            <a:extLst>
              <a:ext uri="{FF2B5EF4-FFF2-40B4-BE49-F238E27FC236}">
                <a16:creationId xmlns:a16="http://schemas.microsoft.com/office/drawing/2014/main" id="{72C7115B-43E4-45B7-B67E-70A53E066483}"/>
              </a:ext>
            </a:extLst>
          </p:cNvPr>
          <p:cNvSpPr>
            <a:spLocks noGrp="1"/>
          </p:cNvSpPr>
          <p:nvPr>
            <p:ph idx="1"/>
          </p:nvPr>
        </p:nvSpPr>
        <p:spPr/>
        <p:txBody>
          <a:bodyPr>
            <a:normAutofit fontScale="92500" lnSpcReduction="20000"/>
          </a:bodyPr>
          <a:lstStyle/>
          <a:p>
            <a:r>
              <a:rPr lang="en-US" dirty="0"/>
              <a:t>Consider a database that contains the inventory of a company’s office supplies. The company’s central stockroom stores paper, pens, paper clips, and the like, and different departments requisition items as they need them. </a:t>
            </a:r>
          </a:p>
          <a:p>
            <a:r>
              <a:rPr lang="en-US" dirty="0"/>
              <a:t>Each department has a budget for office supplies, so a charging mechanism can recover the cost of supplies from the department that uses them. Also, the central stockroom monitors quantities of supplies on hand so that new supplies can be ordered when stock becomes low.</a:t>
            </a:r>
          </a:p>
          <a:p>
            <a:r>
              <a:rPr lang="en-US" dirty="0"/>
              <a:t>Suppose the accounting department requisitions 50 boxes of paper clips. Assume that there are 107 boxes in stock, and the stockroom policy specifies that a new order is placed when the quantity in stock falls below 100.</a:t>
            </a:r>
          </a:p>
        </p:txBody>
      </p:sp>
      <p:sp>
        <p:nvSpPr>
          <p:cNvPr id="4" name="Slide Number Placeholder 3">
            <a:extLst>
              <a:ext uri="{FF2B5EF4-FFF2-40B4-BE49-F238E27FC236}">
                <a16:creationId xmlns:a16="http://schemas.microsoft.com/office/drawing/2014/main" id="{F6B21C65-845E-4057-AF53-2BA9020B243A}"/>
              </a:ext>
            </a:extLst>
          </p:cNvPr>
          <p:cNvSpPr>
            <a:spLocks noGrp="1"/>
          </p:cNvSpPr>
          <p:nvPr>
            <p:ph type="sldNum" sz="quarter" idx="12"/>
          </p:nvPr>
        </p:nvSpPr>
        <p:spPr/>
        <p:txBody>
          <a:bodyPr/>
          <a:lstStyle/>
          <a:p>
            <a:fld id="{5BFA158B-7C94-F543-87DB-41F59EA4FAFA}" type="slidenum">
              <a:rPr lang="en-US" smtClean="0">
                <a:latin typeface="Arial"/>
              </a:rPr>
              <a:pPr/>
              <a:t>19</a:t>
            </a:fld>
            <a:endParaRPr lang="en-US">
              <a:latin typeface="Arial"/>
            </a:endParaRPr>
          </a:p>
        </p:txBody>
      </p:sp>
    </p:spTree>
    <p:extLst>
      <p:ext uri="{BB962C8B-B14F-4D97-AF65-F5344CB8AC3E}">
        <p14:creationId xmlns:p14="http://schemas.microsoft.com/office/powerpoint/2010/main" val="3652052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BDC-9722-490F-AF1A-2D3A94AFC964}"/>
              </a:ext>
            </a:extLst>
          </p:cNvPr>
          <p:cNvSpPr>
            <a:spLocks noGrp="1"/>
          </p:cNvSpPr>
          <p:nvPr>
            <p:ph type="title"/>
          </p:nvPr>
        </p:nvSpPr>
        <p:spPr/>
        <p:txBody>
          <a:bodyPr/>
          <a:lstStyle/>
          <a:p>
            <a:r>
              <a:rPr lang="en-US" dirty="0"/>
              <a:t>Two-Phase Update Example</a:t>
            </a:r>
          </a:p>
        </p:txBody>
      </p:sp>
      <p:sp>
        <p:nvSpPr>
          <p:cNvPr id="3" name="Content Placeholder 2">
            <a:extLst>
              <a:ext uri="{FF2B5EF4-FFF2-40B4-BE49-F238E27FC236}">
                <a16:creationId xmlns:a16="http://schemas.microsoft.com/office/drawing/2014/main" id="{72C7115B-43E4-45B7-B67E-70A53E066483}"/>
              </a:ext>
            </a:extLst>
          </p:cNvPr>
          <p:cNvSpPr>
            <a:spLocks noGrp="1"/>
          </p:cNvSpPr>
          <p:nvPr>
            <p:ph idx="1"/>
          </p:nvPr>
        </p:nvSpPr>
        <p:spPr/>
        <p:txBody>
          <a:bodyPr>
            <a:normAutofit fontScale="92500" lnSpcReduction="20000"/>
          </a:bodyPr>
          <a:lstStyle/>
          <a:p>
            <a:r>
              <a:rPr lang="en-US" sz="2600" b="1" dirty="0"/>
              <a:t>Intent:</a:t>
            </a:r>
          </a:p>
          <a:p>
            <a:pPr marL="511175" indent="0">
              <a:buNone/>
            </a:pPr>
            <a:r>
              <a:rPr lang="en-US" sz="2000" b="1" dirty="0"/>
              <a:t>1. </a:t>
            </a:r>
            <a:r>
              <a:rPr lang="en-US" sz="2000" dirty="0"/>
              <a:t>Check the value of COMMIT-FLAG in the database. If it is set, this phase cannot be performed. Halt or loop, checking COMMIT-FLAG until it is clear.</a:t>
            </a:r>
          </a:p>
          <a:p>
            <a:pPr marL="511175" indent="0">
              <a:buNone/>
            </a:pPr>
            <a:r>
              <a:rPr lang="en-US" sz="2000" b="1" dirty="0"/>
              <a:t>2. </a:t>
            </a:r>
            <a:r>
              <a:rPr lang="en-US" sz="2000" dirty="0"/>
              <a:t>Compare number of boxes of paper clips on hand to number requisitioned; if more are requisitioned than are on hand, halt.</a:t>
            </a:r>
          </a:p>
          <a:p>
            <a:pPr marL="511175" indent="0">
              <a:buNone/>
            </a:pPr>
            <a:r>
              <a:rPr lang="en-US" sz="2000" b="1" dirty="0"/>
              <a:t>3. </a:t>
            </a:r>
            <a:r>
              <a:rPr lang="en-US" sz="2000" dirty="0"/>
              <a:t>Compute TCLIPS = ONHAND − REQUISITION.</a:t>
            </a:r>
          </a:p>
          <a:p>
            <a:pPr marL="511175" indent="0">
              <a:buNone/>
            </a:pPr>
            <a:r>
              <a:rPr lang="en-US" sz="2000" b="1" dirty="0"/>
              <a:t>4. </a:t>
            </a:r>
            <a:r>
              <a:rPr lang="en-US" sz="2000" dirty="0"/>
              <a:t>Obtain BUDGET, the current supplies budget remaining for accounting department.</a:t>
            </a:r>
          </a:p>
          <a:p>
            <a:pPr marL="511175" indent="0">
              <a:buNone/>
            </a:pPr>
            <a:r>
              <a:rPr lang="en-US" sz="2000" dirty="0"/>
              <a:t>Compute TBUDGET = BUDGET − COST, where COST is the cost of 50 boxes of clips.</a:t>
            </a:r>
          </a:p>
          <a:p>
            <a:pPr marL="511175" indent="0">
              <a:buNone/>
            </a:pPr>
            <a:r>
              <a:rPr lang="en-US" sz="2000" b="1" dirty="0"/>
              <a:t>5. </a:t>
            </a:r>
            <a:r>
              <a:rPr lang="en-US" sz="2000" dirty="0"/>
              <a:t>Check whether TCLIPS is below reorder point; if so, set TREORDER = TRUE;</a:t>
            </a:r>
          </a:p>
          <a:p>
            <a:pPr marL="511175" indent="0">
              <a:buNone/>
            </a:pPr>
            <a:r>
              <a:rPr lang="en-US" sz="2000" dirty="0"/>
              <a:t>else set TREORDER = FALSE.</a:t>
            </a:r>
          </a:p>
          <a:p>
            <a:r>
              <a:rPr lang="en-US" sz="2600" b="1" dirty="0"/>
              <a:t>Commit:</a:t>
            </a:r>
          </a:p>
          <a:p>
            <a:pPr marL="511175" indent="0">
              <a:buNone/>
            </a:pPr>
            <a:r>
              <a:rPr lang="en-US" sz="2000" b="1" dirty="0"/>
              <a:t>1. </a:t>
            </a:r>
            <a:r>
              <a:rPr lang="en-US" sz="2000" dirty="0"/>
              <a:t>Set COMMIT-FLAG in database.</a:t>
            </a:r>
          </a:p>
          <a:p>
            <a:pPr marL="511175" indent="0">
              <a:buNone/>
            </a:pPr>
            <a:r>
              <a:rPr lang="en-US" sz="2000" b="1" dirty="0"/>
              <a:t>2. </a:t>
            </a:r>
            <a:r>
              <a:rPr lang="en-US" sz="2000" dirty="0"/>
              <a:t>Copy TCLIPS to CLIPS in database.</a:t>
            </a:r>
          </a:p>
          <a:p>
            <a:pPr marL="511175" indent="0">
              <a:buNone/>
            </a:pPr>
            <a:r>
              <a:rPr lang="en-US" sz="2000" b="1" dirty="0"/>
              <a:t>3. </a:t>
            </a:r>
            <a:r>
              <a:rPr lang="en-US" sz="2000" dirty="0"/>
              <a:t>Copy TBUDGET to BUDGET in database.</a:t>
            </a:r>
          </a:p>
          <a:p>
            <a:pPr marL="511175" indent="0">
              <a:buNone/>
            </a:pPr>
            <a:r>
              <a:rPr lang="en-US" sz="2000" b="1" dirty="0"/>
              <a:t>4. </a:t>
            </a:r>
            <a:r>
              <a:rPr lang="en-US" sz="2000" dirty="0"/>
              <a:t>Copy TREORDER to REORDER in database.</a:t>
            </a:r>
          </a:p>
          <a:p>
            <a:pPr marL="511175" indent="0">
              <a:buNone/>
            </a:pPr>
            <a:r>
              <a:rPr lang="en-US" sz="2000" b="1" dirty="0"/>
              <a:t>5. </a:t>
            </a:r>
            <a:r>
              <a:rPr lang="en-US" sz="2000" dirty="0"/>
              <a:t>Prepare notice to deliver paper clips to accounting department. Indicate transaction completed in log.</a:t>
            </a:r>
          </a:p>
          <a:p>
            <a:pPr marL="511175" indent="0">
              <a:buNone/>
            </a:pPr>
            <a:r>
              <a:rPr lang="en-US" sz="2000" b="1" dirty="0"/>
              <a:t>6. </a:t>
            </a:r>
            <a:r>
              <a:rPr lang="en-US" sz="2000" dirty="0"/>
              <a:t>Clear COMMIT-FLAG.</a:t>
            </a:r>
          </a:p>
        </p:txBody>
      </p:sp>
      <p:sp>
        <p:nvSpPr>
          <p:cNvPr id="4" name="Slide Number Placeholder 3">
            <a:extLst>
              <a:ext uri="{FF2B5EF4-FFF2-40B4-BE49-F238E27FC236}">
                <a16:creationId xmlns:a16="http://schemas.microsoft.com/office/drawing/2014/main" id="{F6B21C65-845E-4057-AF53-2BA9020B243A}"/>
              </a:ext>
            </a:extLst>
          </p:cNvPr>
          <p:cNvSpPr>
            <a:spLocks noGrp="1"/>
          </p:cNvSpPr>
          <p:nvPr>
            <p:ph type="sldNum" sz="quarter" idx="12"/>
          </p:nvPr>
        </p:nvSpPr>
        <p:spPr/>
        <p:txBody>
          <a:bodyPr/>
          <a:lstStyle/>
          <a:p>
            <a:fld id="{5BFA158B-7C94-F543-87DB-41F59EA4FAFA}" type="slidenum">
              <a:rPr lang="en-US" smtClean="0">
                <a:latin typeface="Arial"/>
              </a:rPr>
              <a:pPr/>
              <a:t>20</a:t>
            </a:fld>
            <a:endParaRPr lang="en-US">
              <a:latin typeface="Arial"/>
            </a:endParaRPr>
          </a:p>
        </p:txBody>
      </p:sp>
    </p:spTree>
    <p:extLst>
      <p:ext uri="{BB962C8B-B14F-4D97-AF65-F5344CB8AC3E}">
        <p14:creationId xmlns:p14="http://schemas.microsoft.com/office/powerpoint/2010/main" val="858286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Database Security Concerns</a:t>
            </a:r>
          </a:p>
        </p:txBody>
      </p:sp>
      <p:sp>
        <p:nvSpPr>
          <p:cNvPr id="3" name="Content Placeholder 2"/>
          <p:cNvSpPr>
            <a:spLocks noGrp="1"/>
          </p:cNvSpPr>
          <p:nvPr>
            <p:ph idx="1"/>
          </p:nvPr>
        </p:nvSpPr>
        <p:spPr/>
        <p:txBody>
          <a:bodyPr/>
          <a:lstStyle/>
          <a:p>
            <a:r>
              <a:rPr lang="en-US" dirty="0"/>
              <a:t>Error detection and correction codes to protect data integrity</a:t>
            </a:r>
          </a:p>
          <a:p>
            <a:r>
              <a:rPr lang="en-US" dirty="0"/>
              <a:t>For recovery purposes, a database can maintain a change log, allowing it to repeat changes as necessary when recovering from failure</a:t>
            </a:r>
          </a:p>
          <a:p>
            <a:r>
              <a:rPr lang="en-US" dirty="0"/>
              <a:t>Databases use locks and atomic operations to maintain consistency</a:t>
            </a:r>
          </a:p>
          <a:p>
            <a:pPr lvl="1">
              <a:buClr>
                <a:srgbClr val="ED1B2F"/>
              </a:buClr>
              <a:buFont typeface="Arial" panose="020B0604020202020204" pitchFamily="34" charset="0"/>
              <a:buChar char="•"/>
            </a:pPr>
            <a:r>
              <a:rPr lang="en-US" dirty="0"/>
              <a:t>Writes are treated as atomic operations</a:t>
            </a:r>
          </a:p>
          <a:p>
            <a:pPr lvl="1">
              <a:buClr>
                <a:srgbClr val="ED1B2F"/>
              </a:buClr>
              <a:buFont typeface="Arial" panose="020B0604020202020204" pitchFamily="34" charset="0"/>
              <a:buChar char="•"/>
            </a:pPr>
            <a:r>
              <a:rPr lang="en-US" dirty="0"/>
              <a:t>Records are locked during write so they cannot be read in a partially updated state</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21</a:t>
            </a:fld>
            <a:endParaRPr lang="en-US">
              <a:latin typeface="Arial"/>
            </a:endParaRPr>
          </a:p>
        </p:txBody>
      </p:sp>
    </p:spTree>
    <p:extLst>
      <p:ext uri="{BB962C8B-B14F-4D97-AF65-F5344CB8AC3E}">
        <p14:creationId xmlns:p14="http://schemas.microsoft.com/office/powerpoint/2010/main" val="1924507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Sensitive Data</a:t>
            </a:r>
          </a:p>
        </p:txBody>
      </p:sp>
      <p:sp>
        <p:nvSpPr>
          <p:cNvPr id="3" name="Content Placeholder 2"/>
          <p:cNvSpPr>
            <a:spLocks noGrp="1"/>
          </p:cNvSpPr>
          <p:nvPr>
            <p:ph idx="1"/>
          </p:nvPr>
        </p:nvSpPr>
        <p:spPr>
          <a:xfrm>
            <a:off x="457200" y="762000"/>
            <a:ext cx="11506200" cy="5867400"/>
          </a:xfrm>
        </p:spPr>
        <p:txBody>
          <a:bodyPr>
            <a:normAutofit lnSpcReduction="10000"/>
          </a:bodyPr>
          <a:lstStyle/>
          <a:p>
            <a:pPr marL="0" indent="0">
              <a:buNone/>
            </a:pPr>
            <a:r>
              <a:rPr lang="en-US" dirty="0"/>
              <a:t>Some databases contain what is called sensitive data.</a:t>
            </a:r>
          </a:p>
          <a:p>
            <a:pPr lvl="1">
              <a:buClr>
                <a:srgbClr val="ED1B2F"/>
              </a:buClr>
              <a:buFont typeface="Arial" panose="020B0604020202020204" pitchFamily="34" charset="0"/>
              <a:buChar char="•"/>
            </a:pPr>
            <a:r>
              <a:rPr lang="en-US" dirty="0"/>
              <a:t>As a working definition, let us say that sensitive data are data that should not be made public.</a:t>
            </a:r>
          </a:p>
          <a:p>
            <a:pPr marL="0" indent="0">
              <a:buNone/>
            </a:pPr>
            <a:endParaRPr lang="en-US" sz="1200" dirty="0"/>
          </a:p>
          <a:p>
            <a:pPr marL="0" indent="0">
              <a:buNone/>
            </a:pPr>
            <a:r>
              <a:rPr lang="en-US" dirty="0"/>
              <a:t>Nothing sensitive and everything sensitive are the easiest to handle, because they can be covered by access controls to the database as a whole. </a:t>
            </a:r>
          </a:p>
          <a:p>
            <a:pPr lvl="1">
              <a:buClr>
                <a:srgbClr val="ED1B2F"/>
              </a:buClr>
              <a:buFont typeface="Arial" panose="020B0604020202020204" pitchFamily="34" charset="0"/>
              <a:buChar char="•"/>
            </a:pPr>
            <a:r>
              <a:rPr lang="en-US" dirty="0"/>
              <a:t>Someone either is or is not an authorized user. </a:t>
            </a:r>
          </a:p>
          <a:p>
            <a:pPr lvl="1">
              <a:buClr>
                <a:srgbClr val="ED1B2F"/>
              </a:buClr>
              <a:buFont typeface="Arial" panose="020B0604020202020204" pitchFamily="34" charset="0"/>
              <a:buChar char="•"/>
            </a:pPr>
            <a:r>
              <a:rPr lang="en-US" dirty="0"/>
              <a:t>These controls can be provided by the operating system.</a:t>
            </a:r>
          </a:p>
          <a:p>
            <a:pPr marL="0" indent="0">
              <a:buNone/>
            </a:pPr>
            <a:endParaRPr lang="en-US" sz="1100" dirty="0"/>
          </a:p>
          <a:p>
            <a:pPr marL="0" indent="0">
              <a:buNone/>
            </a:pPr>
            <a:r>
              <a:rPr lang="en-US" dirty="0"/>
              <a:t>The more difficult problem, which is also the more interesting one, is the case in which </a:t>
            </a:r>
            <a:r>
              <a:rPr lang="en-US" i="1" dirty="0"/>
              <a:t>some but not all </a:t>
            </a:r>
            <a:r>
              <a:rPr lang="en-US" dirty="0"/>
              <a:t>of the elements in the database are sensitive</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22</a:t>
            </a:fld>
            <a:endParaRPr lang="en-US">
              <a:latin typeface="Arial"/>
            </a:endParaRPr>
          </a:p>
        </p:txBody>
      </p:sp>
    </p:spTree>
    <p:extLst>
      <p:ext uri="{BB962C8B-B14F-4D97-AF65-F5344CB8AC3E}">
        <p14:creationId xmlns:p14="http://schemas.microsoft.com/office/powerpoint/2010/main" val="3016893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3925-7F7D-4AEC-88E5-3847072F0AE6}"/>
              </a:ext>
            </a:extLst>
          </p:cNvPr>
          <p:cNvSpPr>
            <a:spLocks noGrp="1"/>
          </p:cNvSpPr>
          <p:nvPr>
            <p:ph type="title"/>
          </p:nvPr>
        </p:nvSpPr>
        <p:spPr/>
        <p:txBody>
          <a:bodyPr/>
          <a:lstStyle/>
          <a:p>
            <a:r>
              <a:rPr lang="en-US" dirty="0"/>
              <a:t>Types of Disclosure</a:t>
            </a:r>
          </a:p>
        </p:txBody>
      </p:sp>
      <p:sp>
        <p:nvSpPr>
          <p:cNvPr id="3" name="Content Placeholder 2">
            <a:extLst>
              <a:ext uri="{FF2B5EF4-FFF2-40B4-BE49-F238E27FC236}">
                <a16:creationId xmlns:a16="http://schemas.microsoft.com/office/drawing/2014/main" id="{E319FF59-F9FB-4C21-8079-B23E37E100DC}"/>
              </a:ext>
            </a:extLst>
          </p:cNvPr>
          <p:cNvSpPr>
            <a:spLocks noGrp="1"/>
          </p:cNvSpPr>
          <p:nvPr>
            <p:ph idx="1"/>
          </p:nvPr>
        </p:nvSpPr>
        <p:spPr/>
        <p:txBody>
          <a:bodyPr>
            <a:normAutofit lnSpcReduction="10000"/>
          </a:bodyPr>
          <a:lstStyle/>
          <a:p>
            <a:r>
              <a:rPr lang="en-US" dirty="0"/>
              <a:t>Exact data</a:t>
            </a:r>
          </a:p>
          <a:p>
            <a:r>
              <a:rPr lang="en-US" dirty="0"/>
              <a:t>Bounds</a:t>
            </a:r>
          </a:p>
          <a:p>
            <a:r>
              <a:rPr lang="en-US" dirty="0"/>
              <a:t>Negative result</a:t>
            </a:r>
          </a:p>
          <a:p>
            <a:r>
              <a:rPr lang="en-US" dirty="0"/>
              <a:t>Existence</a:t>
            </a:r>
          </a:p>
          <a:p>
            <a:r>
              <a:rPr lang="en-US" dirty="0"/>
              <a:t>Probable value</a:t>
            </a:r>
          </a:p>
          <a:p>
            <a:r>
              <a:rPr lang="en-US" dirty="0"/>
              <a:t>Direct inference</a:t>
            </a:r>
          </a:p>
          <a:p>
            <a:r>
              <a:rPr lang="en-US" dirty="0"/>
              <a:t>Inference by arithmetic</a:t>
            </a:r>
          </a:p>
          <a:p>
            <a:r>
              <a:rPr lang="en-US" dirty="0"/>
              <a:t>Aggregation</a:t>
            </a:r>
          </a:p>
          <a:p>
            <a:r>
              <a:rPr lang="en-US" dirty="0"/>
              <a:t>Hidden data attributes</a:t>
            </a:r>
          </a:p>
        </p:txBody>
      </p:sp>
      <p:sp>
        <p:nvSpPr>
          <p:cNvPr id="4" name="Slide Number Placeholder 3">
            <a:extLst>
              <a:ext uri="{FF2B5EF4-FFF2-40B4-BE49-F238E27FC236}">
                <a16:creationId xmlns:a16="http://schemas.microsoft.com/office/drawing/2014/main" id="{75E13D75-9AB1-47FF-81F5-E1369BC7ADCA}"/>
              </a:ext>
            </a:extLst>
          </p:cNvPr>
          <p:cNvSpPr>
            <a:spLocks noGrp="1"/>
          </p:cNvSpPr>
          <p:nvPr>
            <p:ph type="sldNum" sz="quarter" idx="12"/>
          </p:nvPr>
        </p:nvSpPr>
        <p:spPr/>
        <p:txBody>
          <a:bodyPr/>
          <a:lstStyle/>
          <a:p>
            <a:fld id="{5BFA158B-7C94-F543-87DB-41F59EA4FAFA}" type="slidenum">
              <a:rPr lang="en-US" smtClean="0">
                <a:latin typeface="Arial"/>
              </a:rPr>
              <a:pPr/>
              <a:t>23</a:t>
            </a:fld>
            <a:endParaRPr lang="en-US">
              <a:latin typeface="Arial"/>
            </a:endParaRPr>
          </a:p>
        </p:txBody>
      </p:sp>
    </p:spTree>
    <p:extLst>
      <p:ext uri="{BB962C8B-B14F-4D97-AF65-F5344CB8AC3E}">
        <p14:creationId xmlns:p14="http://schemas.microsoft.com/office/powerpoint/2010/main" val="1462609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523F-6961-40DD-8A74-B20BD02E7D98}"/>
              </a:ext>
            </a:extLst>
          </p:cNvPr>
          <p:cNvSpPr>
            <a:spLocks noGrp="1"/>
          </p:cNvSpPr>
          <p:nvPr>
            <p:ph type="title"/>
          </p:nvPr>
        </p:nvSpPr>
        <p:spPr/>
        <p:txBody>
          <a:bodyPr/>
          <a:lstStyle/>
          <a:p>
            <a:r>
              <a:rPr lang="en-US" dirty="0"/>
              <a:t>Direct Inference</a:t>
            </a:r>
          </a:p>
        </p:txBody>
      </p:sp>
      <p:pic>
        <p:nvPicPr>
          <p:cNvPr id="5" name="Content Placeholder 4">
            <a:extLst>
              <a:ext uri="{FF2B5EF4-FFF2-40B4-BE49-F238E27FC236}">
                <a16:creationId xmlns:a16="http://schemas.microsoft.com/office/drawing/2014/main" id="{BF01399D-C547-498F-AE2C-767F066C0B90}"/>
              </a:ext>
            </a:extLst>
          </p:cNvPr>
          <p:cNvPicPr>
            <a:picLocks noGrp="1" noChangeAspect="1"/>
          </p:cNvPicPr>
          <p:nvPr>
            <p:ph idx="1"/>
          </p:nvPr>
        </p:nvPicPr>
        <p:blipFill>
          <a:blip r:embed="rId2"/>
          <a:stretch>
            <a:fillRect/>
          </a:stretch>
        </p:blipFill>
        <p:spPr>
          <a:xfrm>
            <a:off x="2648162" y="838200"/>
            <a:ext cx="5724525" cy="5475116"/>
          </a:xfrm>
          <a:prstGeom prst="rect">
            <a:avLst/>
          </a:prstGeom>
        </p:spPr>
      </p:pic>
      <p:sp>
        <p:nvSpPr>
          <p:cNvPr id="4" name="Slide Number Placeholder 3">
            <a:extLst>
              <a:ext uri="{FF2B5EF4-FFF2-40B4-BE49-F238E27FC236}">
                <a16:creationId xmlns:a16="http://schemas.microsoft.com/office/drawing/2014/main" id="{FE8BB3F9-457B-499C-B211-9D511FC629EA}"/>
              </a:ext>
            </a:extLst>
          </p:cNvPr>
          <p:cNvSpPr>
            <a:spLocks noGrp="1"/>
          </p:cNvSpPr>
          <p:nvPr>
            <p:ph type="sldNum" sz="quarter" idx="12"/>
          </p:nvPr>
        </p:nvSpPr>
        <p:spPr/>
        <p:txBody>
          <a:bodyPr/>
          <a:lstStyle/>
          <a:p>
            <a:fld id="{5BFA158B-7C94-F543-87DB-41F59EA4FAFA}" type="slidenum">
              <a:rPr lang="en-US" smtClean="0">
                <a:latin typeface="Arial"/>
              </a:rPr>
              <a:pPr/>
              <a:t>24</a:t>
            </a:fld>
            <a:endParaRPr lang="en-US">
              <a:latin typeface="Arial"/>
            </a:endParaRPr>
          </a:p>
        </p:txBody>
      </p:sp>
      <p:pic>
        <p:nvPicPr>
          <p:cNvPr id="6" name="Picture 5">
            <a:extLst>
              <a:ext uri="{FF2B5EF4-FFF2-40B4-BE49-F238E27FC236}">
                <a16:creationId xmlns:a16="http://schemas.microsoft.com/office/drawing/2014/main" id="{E3F0135B-E530-4FD2-98E7-C956299F44A3}"/>
              </a:ext>
            </a:extLst>
          </p:cNvPr>
          <p:cNvPicPr>
            <a:picLocks noChangeAspect="1"/>
          </p:cNvPicPr>
          <p:nvPr/>
        </p:nvPicPr>
        <p:blipFill>
          <a:blip r:embed="rId3"/>
          <a:stretch>
            <a:fillRect/>
          </a:stretch>
        </p:blipFill>
        <p:spPr>
          <a:xfrm>
            <a:off x="8357447" y="4059450"/>
            <a:ext cx="2901103" cy="684000"/>
          </a:xfrm>
          <a:prstGeom prst="rect">
            <a:avLst/>
          </a:prstGeom>
        </p:spPr>
      </p:pic>
    </p:spTree>
    <p:extLst>
      <p:ext uri="{BB962C8B-B14F-4D97-AF65-F5344CB8AC3E}">
        <p14:creationId xmlns:p14="http://schemas.microsoft.com/office/powerpoint/2010/main" val="2230745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523F-6961-40DD-8A74-B20BD02E7D98}"/>
              </a:ext>
            </a:extLst>
          </p:cNvPr>
          <p:cNvSpPr>
            <a:spLocks noGrp="1"/>
          </p:cNvSpPr>
          <p:nvPr>
            <p:ph type="title"/>
          </p:nvPr>
        </p:nvSpPr>
        <p:spPr/>
        <p:txBody>
          <a:bodyPr/>
          <a:lstStyle/>
          <a:p>
            <a:r>
              <a:rPr lang="en-US" dirty="0"/>
              <a:t>Inference by arithmetic</a:t>
            </a:r>
          </a:p>
        </p:txBody>
      </p:sp>
      <p:sp>
        <p:nvSpPr>
          <p:cNvPr id="4" name="Slide Number Placeholder 3">
            <a:extLst>
              <a:ext uri="{FF2B5EF4-FFF2-40B4-BE49-F238E27FC236}">
                <a16:creationId xmlns:a16="http://schemas.microsoft.com/office/drawing/2014/main" id="{FE8BB3F9-457B-499C-B211-9D511FC629EA}"/>
              </a:ext>
            </a:extLst>
          </p:cNvPr>
          <p:cNvSpPr>
            <a:spLocks noGrp="1"/>
          </p:cNvSpPr>
          <p:nvPr>
            <p:ph type="sldNum" sz="quarter" idx="12"/>
          </p:nvPr>
        </p:nvSpPr>
        <p:spPr/>
        <p:txBody>
          <a:bodyPr/>
          <a:lstStyle/>
          <a:p>
            <a:fld id="{5BFA158B-7C94-F543-87DB-41F59EA4FAFA}" type="slidenum">
              <a:rPr lang="en-US" smtClean="0">
                <a:latin typeface="Arial"/>
              </a:rPr>
              <a:pPr/>
              <a:t>25</a:t>
            </a:fld>
            <a:endParaRPr lang="en-US">
              <a:latin typeface="Arial"/>
            </a:endParaRPr>
          </a:p>
        </p:txBody>
      </p:sp>
      <p:pic>
        <p:nvPicPr>
          <p:cNvPr id="9" name="Content Placeholder 8">
            <a:extLst>
              <a:ext uri="{FF2B5EF4-FFF2-40B4-BE49-F238E27FC236}">
                <a16:creationId xmlns:a16="http://schemas.microsoft.com/office/drawing/2014/main" id="{334E073E-1350-4B1E-A920-87207D4AC833}"/>
              </a:ext>
            </a:extLst>
          </p:cNvPr>
          <p:cNvPicPr>
            <a:picLocks noGrp="1" noChangeAspect="1"/>
          </p:cNvPicPr>
          <p:nvPr>
            <p:ph idx="1"/>
          </p:nvPr>
        </p:nvPicPr>
        <p:blipFill>
          <a:blip r:embed="rId3"/>
          <a:stretch>
            <a:fillRect/>
          </a:stretch>
        </p:blipFill>
        <p:spPr>
          <a:xfrm>
            <a:off x="990600" y="1676400"/>
            <a:ext cx="10020521" cy="3124994"/>
          </a:xfrm>
          <a:prstGeom prst="rect">
            <a:avLst/>
          </a:prstGeom>
        </p:spPr>
      </p:pic>
    </p:spTree>
    <p:extLst>
      <p:ext uri="{BB962C8B-B14F-4D97-AF65-F5344CB8AC3E}">
        <p14:creationId xmlns:p14="http://schemas.microsoft.com/office/powerpoint/2010/main" val="3775868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Preventing Disclosure</a:t>
            </a:r>
          </a:p>
        </p:txBody>
      </p:sp>
      <p:sp>
        <p:nvSpPr>
          <p:cNvPr id="3" name="Content Placeholder 2"/>
          <p:cNvSpPr>
            <a:spLocks noGrp="1"/>
          </p:cNvSpPr>
          <p:nvPr>
            <p:ph idx="1"/>
          </p:nvPr>
        </p:nvSpPr>
        <p:spPr>
          <a:xfrm>
            <a:off x="609600" y="1600201"/>
            <a:ext cx="10972800" cy="4038600"/>
          </a:xfrm>
        </p:spPr>
        <p:txBody>
          <a:bodyPr>
            <a:normAutofit/>
          </a:bodyPr>
          <a:lstStyle/>
          <a:p>
            <a:r>
              <a:rPr lang="en-US" dirty="0"/>
              <a:t>Suppress obviously sensitive information</a:t>
            </a:r>
          </a:p>
          <a:p>
            <a:endParaRPr lang="en-US" sz="1000" dirty="0"/>
          </a:p>
          <a:p>
            <a:r>
              <a:rPr lang="en-US" dirty="0"/>
              <a:t>Keep track of what each user knows based on past queries</a:t>
            </a:r>
          </a:p>
          <a:p>
            <a:endParaRPr lang="en-US" sz="1000" dirty="0"/>
          </a:p>
          <a:p>
            <a:r>
              <a:rPr lang="en-US" dirty="0"/>
              <a:t>Disguise the data</a:t>
            </a:r>
          </a:p>
          <a:p>
            <a:endParaRPr lang="en-US" sz="1000" dirty="0"/>
          </a:p>
          <a:p>
            <a:r>
              <a:rPr lang="en-US" b="1" dirty="0"/>
              <a:t>Data suppression blocks release of sensitive data; data concealing releases part or an approximation of sensitive data.</a:t>
            </a:r>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26</a:t>
            </a:fld>
            <a:endParaRPr lang="en-US">
              <a:latin typeface="Arial"/>
            </a:endParaRPr>
          </a:p>
        </p:txBody>
      </p:sp>
    </p:spTree>
    <p:extLst>
      <p:ext uri="{BB962C8B-B14F-4D97-AF65-F5344CB8AC3E}">
        <p14:creationId xmlns:p14="http://schemas.microsoft.com/office/powerpoint/2010/main" val="2888906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vs. Precision</a:t>
            </a:r>
          </a:p>
        </p:txBody>
      </p:sp>
      <p:pic>
        <p:nvPicPr>
          <p:cNvPr id="5" name="Content Placeholder 4" descr="fig07-04.eps"/>
          <p:cNvPicPr>
            <a:picLocks noGrp="1" noChangeAspect="1"/>
          </p:cNvPicPr>
          <p:nvPr>
            <p:ph idx="1"/>
          </p:nvPr>
        </p:nvPicPr>
        <p:blipFill rotWithShape="1">
          <a:blip r:embed="rId3">
            <a:extLst>
              <a:ext uri="{28A0092B-C50C-407E-A947-70E740481C1C}">
                <a14:useLocalDpi xmlns:a14="http://schemas.microsoft.com/office/drawing/2010/main" val="0"/>
              </a:ext>
            </a:extLst>
          </a:blip>
          <a:srcRect t="-1861" b="-1206"/>
          <a:stretch/>
        </p:blipFill>
        <p:spPr>
          <a:xfrm>
            <a:off x="3200400" y="829680"/>
            <a:ext cx="5589234" cy="5120640"/>
          </a:xfrm>
        </p:spPr>
      </p:pic>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27</a:t>
            </a:fld>
            <a:endParaRPr lang="en-US">
              <a:latin typeface="Arial"/>
            </a:endParaRPr>
          </a:p>
        </p:txBody>
      </p:sp>
    </p:spTree>
    <p:extLst>
      <p:ext uri="{BB962C8B-B14F-4D97-AF65-F5344CB8AC3E}">
        <p14:creationId xmlns:p14="http://schemas.microsoft.com/office/powerpoint/2010/main" val="4582241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Suppression Techniques</a:t>
            </a:r>
          </a:p>
        </p:txBody>
      </p:sp>
      <p:sp>
        <p:nvSpPr>
          <p:cNvPr id="3" name="Content Placeholder 2"/>
          <p:cNvSpPr>
            <a:spLocks noGrp="1"/>
          </p:cNvSpPr>
          <p:nvPr>
            <p:ph idx="1"/>
          </p:nvPr>
        </p:nvSpPr>
        <p:spPr/>
        <p:txBody>
          <a:bodyPr>
            <a:normAutofit fontScale="92500" lnSpcReduction="10000"/>
          </a:bodyPr>
          <a:lstStyle/>
          <a:p>
            <a:r>
              <a:rPr lang="en-US" dirty="0"/>
              <a:t>Limited response suppression</a:t>
            </a:r>
          </a:p>
          <a:p>
            <a:pPr lvl="1">
              <a:buClr>
                <a:srgbClr val="ED1B2F"/>
              </a:buClr>
            </a:pPr>
            <a:r>
              <a:rPr lang="en-US" dirty="0"/>
              <a:t>Eliminates certain low-frequency elements from being displayed</a:t>
            </a:r>
          </a:p>
          <a:p>
            <a:r>
              <a:rPr lang="en-US" dirty="0"/>
              <a:t>Combined results</a:t>
            </a:r>
          </a:p>
          <a:p>
            <a:pPr lvl="1">
              <a:buClr>
                <a:srgbClr val="ED1B2F"/>
              </a:buClr>
            </a:pPr>
            <a:r>
              <a:rPr lang="en-US" dirty="0"/>
              <a:t>Ranges, rounding, sums, averages</a:t>
            </a:r>
          </a:p>
          <a:p>
            <a:r>
              <a:rPr lang="en-US" dirty="0"/>
              <a:t>Random sample</a:t>
            </a:r>
          </a:p>
          <a:p>
            <a:r>
              <a:rPr lang="en-US" dirty="0"/>
              <a:t>Blocking small sample sizes</a:t>
            </a:r>
          </a:p>
          <a:p>
            <a:r>
              <a:rPr lang="en-US" dirty="0"/>
              <a:t>Random data perturbation</a:t>
            </a:r>
          </a:p>
          <a:p>
            <a:pPr lvl="1">
              <a:buClr>
                <a:srgbClr val="ED1B2F"/>
              </a:buClr>
            </a:pPr>
            <a:r>
              <a:rPr lang="en-US" dirty="0"/>
              <a:t>Randomly add or subtract a small error value to/from actual values</a:t>
            </a:r>
          </a:p>
          <a:p>
            <a:r>
              <a:rPr lang="en-US" dirty="0"/>
              <a:t>Swapping</a:t>
            </a:r>
          </a:p>
          <a:p>
            <a:pPr lvl="1">
              <a:buClr>
                <a:srgbClr val="ED1B2F"/>
              </a:buClr>
            </a:pPr>
            <a:r>
              <a:rPr lang="en-US" dirty="0"/>
              <a:t>Randomly swapping values for individual records while keeping statistical results the same</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28</a:t>
            </a:fld>
            <a:endParaRPr lang="en-US">
              <a:latin typeface="Arial"/>
            </a:endParaRPr>
          </a:p>
        </p:txBody>
      </p:sp>
    </p:spTree>
    <p:extLst>
      <p:ext uri="{BB962C8B-B14F-4D97-AF65-F5344CB8AC3E}">
        <p14:creationId xmlns:p14="http://schemas.microsoft.com/office/powerpoint/2010/main" val="3867223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99FE7-AE0D-44F5-8A8C-58E126A808AA}"/>
              </a:ext>
            </a:extLst>
          </p:cNvPr>
          <p:cNvSpPr>
            <a:spLocks noGrp="1"/>
          </p:cNvSpPr>
          <p:nvPr>
            <p:ph type="title"/>
          </p:nvPr>
        </p:nvSpPr>
        <p:spPr/>
        <p:txBody>
          <a:bodyPr/>
          <a:lstStyle/>
          <a:p>
            <a:r>
              <a:rPr lang="en-US" dirty="0"/>
              <a:t>Limited response </a:t>
            </a:r>
            <a:r>
              <a:rPr lang="en-US" dirty="0" err="1"/>
              <a:t>suppresion</a:t>
            </a:r>
            <a:endParaRPr lang="en-US" dirty="0"/>
          </a:p>
        </p:txBody>
      </p:sp>
      <p:pic>
        <p:nvPicPr>
          <p:cNvPr id="5" name="Content Placeholder 4">
            <a:extLst>
              <a:ext uri="{FF2B5EF4-FFF2-40B4-BE49-F238E27FC236}">
                <a16:creationId xmlns:a16="http://schemas.microsoft.com/office/drawing/2014/main" id="{4E3B0018-DE7B-4A43-AF35-E4F8BF83C8E3}"/>
              </a:ext>
            </a:extLst>
          </p:cNvPr>
          <p:cNvPicPr>
            <a:picLocks noGrp="1" noChangeAspect="1"/>
          </p:cNvPicPr>
          <p:nvPr>
            <p:ph idx="1"/>
          </p:nvPr>
        </p:nvPicPr>
        <p:blipFill>
          <a:blip r:embed="rId3"/>
          <a:stretch>
            <a:fillRect/>
          </a:stretch>
        </p:blipFill>
        <p:spPr>
          <a:xfrm>
            <a:off x="847725" y="1953419"/>
            <a:ext cx="10496550" cy="3209925"/>
          </a:xfrm>
          <a:prstGeom prst="rect">
            <a:avLst/>
          </a:prstGeom>
        </p:spPr>
      </p:pic>
      <p:sp>
        <p:nvSpPr>
          <p:cNvPr id="4" name="Slide Number Placeholder 3">
            <a:extLst>
              <a:ext uri="{FF2B5EF4-FFF2-40B4-BE49-F238E27FC236}">
                <a16:creationId xmlns:a16="http://schemas.microsoft.com/office/drawing/2014/main" id="{FEBC72A3-5616-4D3B-AF96-37E0DB15F92B}"/>
              </a:ext>
            </a:extLst>
          </p:cNvPr>
          <p:cNvSpPr>
            <a:spLocks noGrp="1"/>
          </p:cNvSpPr>
          <p:nvPr>
            <p:ph type="sldNum" sz="quarter" idx="12"/>
          </p:nvPr>
        </p:nvSpPr>
        <p:spPr/>
        <p:txBody>
          <a:bodyPr/>
          <a:lstStyle/>
          <a:p>
            <a:fld id="{5BFA158B-7C94-F543-87DB-41F59EA4FAFA}" type="slidenum">
              <a:rPr lang="en-US" smtClean="0">
                <a:latin typeface="Arial"/>
              </a:rPr>
              <a:pPr/>
              <a:t>29</a:t>
            </a:fld>
            <a:endParaRPr lang="en-US">
              <a:latin typeface="Arial"/>
            </a:endParaRPr>
          </a:p>
        </p:txBody>
      </p:sp>
    </p:spTree>
    <p:extLst>
      <p:ext uri="{BB962C8B-B14F-4D97-AF65-F5344CB8AC3E}">
        <p14:creationId xmlns:p14="http://schemas.microsoft.com/office/powerpoint/2010/main" val="1980962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89A1-1BAC-4170-80C0-2D74C656D9A0}"/>
              </a:ext>
            </a:extLst>
          </p:cNvPr>
          <p:cNvSpPr>
            <a:spLocks noGrp="1"/>
          </p:cNvSpPr>
          <p:nvPr>
            <p:ph type="title"/>
          </p:nvPr>
        </p:nvSpPr>
        <p:spPr/>
        <p:txBody>
          <a:bodyPr/>
          <a:lstStyle/>
          <a:p>
            <a:r>
              <a:rPr lang="en-US" dirty="0"/>
              <a:t>Combined results</a:t>
            </a:r>
          </a:p>
        </p:txBody>
      </p:sp>
      <p:pic>
        <p:nvPicPr>
          <p:cNvPr id="5" name="Content Placeholder 4">
            <a:extLst>
              <a:ext uri="{FF2B5EF4-FFF2-40B4-BE49-F238E27FC236}">
                <a16:creationId xmlns:a16="http://schemas.microsoft.com/office/drawing/2014/main" id="{4128927E-5D83-4EBA-94A7-CB101DDB7FAF}"/>
              </a:ext>
            </a:extLst>
          </p:cNvPr>
          <p:cNvPicPr>
            <a:picLocks noGrp="1" noChangeAspect="1"/>
          </p:cNvPicPr>
          <p:nvPr>
            <p:ph idx="1"/>
          </p:nvPr>
        </p:nvPicPr>
        <p:blipFill>
          <a:blip r:embed="rId2"/>
          <a:stretch>
            <a:fillRect/>
          </a:stretch>
        </p:blipFill>
        <p:spPr>
          <a:xfrm>
            <a:off x="966787" y="1953419"/>
            <a:ext cx="10258425" cy="3209925"/>
          </a:xfrm>
          <a:prstGeom prst="rect">
            <a:avLst/>
          </a:prstGeom>
        </p:spPr>
      </p:pic>
      <p:sp>
        <p:nvSpPr>
          <p:cNvPr id="4" name="Slide Number Placeholder 3">
            <a:extLst>
              <a:ext uri="{FF2B5EF4-FFF2-40B4-BE49-F238E27FC236}">
                <a16:creationId xmlns:a16="http://schemas.microsoft.com/office/drawing/2014/main" id="{F6ECF0AA-6D09-4F48-AFA4-AE6FBCF9DD3B}"/>
              </a:ext>
            </a:extLst>
          </p:cNvPr>
          <p:cNvSpPr>
            <a:spLocks noGrp="1"/>
          </p:cNvSpPr>
          <p:nvPr>
            <p:ph type="sldNum" sz="quarter" idx="12"/>
          </p:nvPr>
        </p:nvSpPr>
        <p:spPr/>
        <p:txBody>
          <a:bodyPr/>
          <a:lstStyle/>
          <a:p>
            <a:fld id="{5BFA158B-7C94-F543-87DB-41F59EA4FAFA}" type="slidenum">
              <a:rPr lang="en-US" smtClean="0">
                <a:latin typeface="Arial"/>
              </a:rPr>
              <a:pPr/>
              <a:t>30</a:t>
            </a:fld>
            <a:endParaRPr lang="en-US">
              <a:latin typeface="Arial"/>
            </a:endParaRPr>
          </a:p>
        </p:txBody>
      </p:sp>
    </p:spTree>
    <p:extLst>
      <p:ext uri="{BB962C8B-B14F-4D97-AF65-F5344CB8AC3E}">
        <p14:creationId xmlns:p14="http://schemas.microsoft.com/office/powerpoint/2010/main" val="3080922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Mining</a:t>
            </a:r>
          </a:p>
        </p:txBody>
      </p:sp>
      <p:sp>
        <p:nvSpPr>
          <p:cNvPr id="3" name="Content Placeholder 2"/>
          <p:cNvSpPr>
            <a:spLocks noGrp="1"/>
          </p:cNvSpPr>
          <p:nvPr>
            <p:ph idx="1"/>
          </p:nvPr>
        </p:nvSpPr>
        <p:spPr>
          <a:xfrm>
            <a:off x="609600" y="1295401"/>
            <a:ext cx="10972800" cy="4572000"/>
          </a:xfrm>
        </p:spPr>
        <p:txBody>
          <a:bodyPr/>
          <a:lstStyle/>
          <a:p>
            <a:r>
              <a:rPr lang="en-US" dirty="0"/>
              <a:t>Data mining uses statistics, machine learning, mathematical models, pattern recognition, and other techniques to discover patterns and relations on large datasets</a:t>
            </a:r>
          </a:p>
          <a:p>
            <a:endParaRPr lang="en-US" sz="1000" dirty="0"/>
          </a:p>
          <a:p>
            <a:r>
              <a:rPr lang="en-US" dirty="0"/>
              <a:t>The size and value of the datasets present an important security and privacy challenge, as the consequences of disclosure are naturally high</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31</a:t>
            </a:fld>
            <a:endParaRPr lang="en-US">
              <a:latin typeface="Arial"/>
            </a:endParaRPr>
          </a:p>
        </p:txBody>
      </p:sp>
    </p:spTree>
    <p:extLst>
      <p:ext uri="{BB962C8B-B14F-4D97-AF65-F5344CB8AC3E}">
        <p14:creationId xmlns:p14="http://schemas.microsoft.com/office/powerpoint/2010/main" val="3804958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Mining Challenges</a:t>
            </a:r>
          </a:p>
        </p:txBody>
      </p:sp>
      <p:sp>
        <p:nvSpPr>
          <p:cNvPr id="3" name="Content Placeholder 2"/>
          <p:cNvSpPr>
            <a:spLocks noGrp="1"/>
          </p:cNvSpPr>
          <p:nvPr>
            <p:ph idx="1"/>
          </p:nvPr>
        </p:nvSpPr>
        <p:spPr/>
        <p:txBody>
          <a:bodyPr>
            <a:normAutofit/>
          </a:bodyPr>
          <a:lstStyle/>
          <a:p>
            <a:r>
              <a:rPr lang="en-US" dirty="0"/>
              <a:t>Correcting mistakes in data</a:t>
            </a:r>
          </a:p>
          <a:p>
            <a:pPr lvl="1">
              <a:buClr>
                <a:srgbClr val="ED1B2F"/>
              </a:buClr>
              <a:buFont typeface="Arial" panose="020B0604020202020204" pitchFamily="34" charset="0"/>
              <a:buChar char="•"/>
            </a:pPr>
            <a:r>
              <a:rPr lang="en-US" dirty="0"/>
              <a:t>Correcting mistakes is a problem because data is often moved to more databases before the original database can be corrected—if the need for correction is ever discovered</a:t>
            </a:r>
          </a:p>
          <a:p>
            <a:r>
              <a:rPr lang="en-US" dirty="0"/>
              <a:t>Preserving privacy</a:t>
            </a:r>
          </a:p>
          <a:p>
            <a:r>
              <a:rPr lang="en-US" dirty="0"/>
              <a:t>Granular access control</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32</a:t>
            </a:fld>
            <a:endParaRPr lang="en-US">
              <a:latin typeface="Arial"/>
            </a:endParaRPr>
          </a:p>
        </p:txBody>
      </p:sp>
    </p:spTree>
    <p:extLst>
      <p:ext uri="{BB962C8B-B14F-4D97-AF65-F5344CB8AC3E}">
        <p14:creationId xmlns:p14="http://schemas.microsoft.com/office/powerpoint/2010/main" val="20918826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Mining Challenges</a:t>
            </a:r>
          </a:p>
        </p:txBody>
      </p:sp>
      <p:sp>
        <p:nvSpPr>
          <p:cNvPr id="3" name="Content Placeholder 2"/>
          <p:cNvSpPr>
            <a:spLocks noGrp="1"/>
          </p:cNvSpPr>
          <p:nvPr>
            <p:ph idx="1"/>
          </p:nvPr>
        </p:nvSpPr>
        <p:spPr/>
        <p:txBody>
          <a:bodyPr>
            <a:normAutofit/>
          </a:bodyPr>
          <a:lstStyle/>
          <a:p>
            <a:r>
              <a:rPr lang="en-US" dirty="0"/>
              <a:t>Secure data storage</a:t>
            </a:r>
          </a:p>
          <a:p>
            <a:pPr lvl="1"/>
            <a:r>
              <a:rPr lang="en-US" dirty="0"/>
              <a:t>Data storage is an issue because data may be collected globally and through cloud providers, where security details are largely unknown to users</a:t>
            </a:r>
          </a:p>
          <a:p>
            <a:endParaRPr lang="en-US" sz="1000" dirty="0"/>
          </a:p>
          <a:p>
            <a:r>
              <a:rPr lang="en-US" dirty="0"/>
              <a:t>Transaction logs</a:t>
            </a:r>
          </a:p>
          <a:p>
            <a:pPr lvl="1"/>
            <a:r>
              <a:rPr lang="en-US" dirty="0"/>
              <a:t>Tracking access is expensive, especially if accesses are numerous; detailed access auditing is uncommon for big data.</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33</a:t>
            </a:fld>
            <a:endParaRPr lang="en-US">
              <a:latin typeface="Arial"/>
            </a:endParaRPr>
          </a:p>
        </p:txBody>
      </p:sp>
    </p:spTree>
    <p:extLst>
      <p:ext uri="{BB962C8B-B14F-4D97-AF65-F5344CB8AC3E}">
        <p14:creationId xmlns:p14="http://schemas.microsoft.com/office/powerpoint/2010/main" val="3773195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 Summary</a:t>
            </a:r>
          </a:p>
        </p:txBody>
      </p:sp>
      <p:sp>
        <p:nvSpPr>
          <p:cNvPr id="3" name="Content Placeholder 2"/>
          <p:cNvSpPr>
            <a:spLocks noGrp="1"/>
          </p:cNvSpPr>
          <p:nvPr>
            <p:ph idx="1"/>
          </p:nvPr>
        </p:nvSpPr>
        <p:spPr/>
        <p:txBody>
          <a:bodyPr>
            <a:normAutofit fontScale="92500"/>
          </a:bodyPr>
          <a:lstStyle/>
          <a:p>
            <a:r>
              <a:rPr lang="en-US" dirty="0"/>
              <a:t>Database security requirements include:</a:t>
            </a:r>
          </a:p>
          <a:p>
            <a:pPr lvl="1">
              <a:buClr>
                <a:srgbClr val="ED1B2F"/>
              </a:buClr>
              <a:buFont typeface="Arial" panose="020B0604020202020204" pitchFamily="34" charset="0"/>
              <a:buChar char="•"/>
            </a:pPr>
            <a:r>
              <a:rPr lang="en-US" dirty="0"/>
              <a:t>Physical integrity</a:t>
            </a:r>
          </a:p>
          <a:p>
            <a:pPr lvl="1">
              <a:buClr>
                <a:srgbClr val="ED1B2F"/>
              </a:buClr>
              <a:buFont typeface="Arial" panose="020B0604020202020204" pitchFamily="34" charset="0"/>
              <a:buChar char="•"/>
            </a:pPr>
            <a:r>
              <a:rPr lang="en-US" dirty="0"/>
              <a:t>Logical integrity</a:t>
            </a:r>
          </a:p>
          <a:p>
            <a:pPr lvl="1">
              <a:buClr>
                <a:srgbClr val="ED1B2F"/>
              </a:buClr>
              <a:buFont typeface="Arial" panose="020B0604020202020204" pitchFamily="34" charset="0"/>
              <a:buChar char="•"/>
            </a:pPr>
            <a:r>
              <a:rPr lang="en-US" dirty="0"/>
              <a:t>Element integrity</a:t>
            </a:r>
          </a:p>
          <a:p>
            <a:pPr lvl="1">
              <a:buClr>
                <a:srgbClr val="ED1B2F"/>
              </a:buClr>
              <a:buFont typeface="Arial" panose="020B0604020202020204" pitchFamily="34" charset="0"/>
              <a:buChar char="•"/>
            </a:pPr>
            <a:r>
              <a:rPr lang="en-US" dirty="0"/>
              <a:t>Auditability</a:t>
            </a:r>
          </a:p>
          <a:p>
            <a:pPr lvl="1">
              <a:buClr>
                <a:srgbClr val="ED1B2F"/>
              </a:buClr>
              <a:buFont typeface="Arial" panose="020B0604020202020204" pitchFamily="34" charset="0"/>
              <a:buChar char="•"/>
            </a:pPr>
            <a:r>
              <a:rPr lang="en-US" dirty="0"/>
              <a:t>Access control</a:t>
            </a:r>
          </a:p>
          <a:p>
            <a:pPr lvl="1">
              <a:buClr>
                <a:srgbClr val="ED1B2F"/>
              </a:buClr>
              <a:buFont typeface="Arial" panose="020B0604020202020204" pitchFamily="34" charset="0"/>
              <a:buChar char="•"/>
            </a:pPr>
            <a:r>
              <a:rPr lang="en-US" dirty="0"/>
              <a:t>User authentication</a:t>
            </a:r>
          </a:p>
          <a:p>
            <a:pPr lvl="1">
              <a:buClr>
                <a:srgbClr val="ED1B2F"/>
              </a:buClr>
              <a:buFont typeface="Arial" panose="020B0604020202020204" pitchFamily="34" charset="0"/>
              <a:buChar char="•"/>
            </a:pPr>
            <a:r>
              <a:rPr lang="en-US" dirty="0"/>
              <a:t>Availability</a:t>
            </a:r>
          </a:p>
          <a:p>
            <a:r>
              <a:rPr lang="en-US" dirty="0"/>
              <a:t>There are many subtle ways for sensitive data to be inadvertently disclosed, and there is no single answer for prevention</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34</a:t>
            </a:fld>
            <a:endParaRPr lang="en-US">
              <a:latin typeface="Arial"/>
            </a:endParaRPr>
          </a:p>
        </p:txBody>
      </p:sp>
    </p:spTree>
    <p:extLst>
      <p:ext uri="{BB962C8B-B14F-4D97-AF65-F5344CB8AC3E}">
        <p14:creationId xmlns:p14="http://schemas.microsoft.com/office/powerpoint/2010/main" val="35577414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THEME_BG_IMAGE"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DQoJCTx1aXNob3cgbmFtZT0iYWx3YXlzU2NydW5jaCIgdmFsdWU9ImZhbHNlIi8+DQoJCTx1aXNob3cgbmFtZT0iaW5pdGlhbGRpc3BsYXltb2RlaXNub3JtYWwiIHZhbHVlPSJ0cnVlIi8+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Ub24gY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DQoJCTwhLS0gc3Vic3RpdHV0aW9uOiAlbiA9PSBzbGlkZSBudW1iZXIgLS0+DQoJCTwhLS0gc3Vic3RpdHV0aW9uOiAldCA9PSB0b3RhbCBzbGlkZSBjb3VudCAtLT4NCgkJPHVpdGV4dCBuYW1lPSJTQ1JVQkJBUlNUQVRVU19TTElERUlORk8iIHZhbHVlPSLjgrnjg6njgqTjg4kgOiAlbiAvICV0IHwgIi8+DQoJCTx1aXRleHQgbmFtZT0iU0NSVUJCQVJTVEFUVVNfU1RPUFBFRCIgdmFsdWU9IuWBnOatoiIvPg0KCQk8dWl0ZXh0IG5hbWU9IlNDUlVCQkFSU1RBVFVTX1BMQVlJTkciIHZhbHVlPSLlho3nlJ/kuK0iLz4NCgkJPHVpdGV4dCBuYW1lPSJTQ1JVQkJBUlNUQVRVU19OT0FVRElPIiB2YWx1ZT0i6Z+z5aOw44Gq44GXIi8+DQoJCTx1aXRleHQgbmFtZT0iU0NSVUJCQVJTVEFUVVNfVklEUExBWUlORyIgdmFsdWU9IuODk+ODh+OCquWGjeeUn+S4rSIvPg0KCQk8dWl0ZXh0IG5hbWU9IlNDUlVCQkFSU1RBVFVTX0xPQURJTkciIHZhbHVlPSLjg63jg7zjg4nkuK0iLz4NCgkJPHVpdGV4dCBuYW1lPSJTQ1JVQkJBUlNUQVRVU19CVUZGRVJJTkciIHZhbHVlPSLjg5Djg4Pjg5XjgqHkuK0iLz4NCgkJPHVpdGV4dCBuYW1lPSJTQ1JVQkJBUlNUQVRVU19RVUVTVElPTiIgdmFsdWU9IuizquWVj+OBq+etlOOBiOOBpuS4i+OBleOBhCIvPg0KCQk8dWl0ZXh0IG5hbWU9IlNDUlVCQkFSU1RBVFVTX1JFVklFV1FVSVoiIHZhbHVlPSLjgq/jgqTjgrrjgpLjg6zjg5Pjg6Xjg7zjgZfjgabjgYTjgb7jgZkiLz4NCgkJPCEtLSBzdWJzdGl0dXRpb246ICVtID09IG1pbnV0ZXMgcmVtYWluaW5nIC0tPg0KCQk8IS0tIHN1YnN0aXR1dGlvbjogJXMgPT0gc2Vjb25kcyByZW1haW5pbmcgLS0+DQoJCTx1aXRleHQgbmFtZT0iRUxBUFNFRCIgdmFsdWU9Iuaui+OCiiA6ICVtIOWIhiAlcyDnp5IiLz4NCgkJPHVpdGV4dCBuYW1lPSJOT1RGT1VORCIgdmFsdWU9IuS9leOCguimi+OBpOOBi+OCiuOBvuOBm+OCkyIvPg0KCQk8dWl0ZXh0IG5hbWU9IkFUVEFDSE1FTlRTIiB2YWx1ZT0i5re75LuYIi8+DQoJCTwhLS0gc3Vic3RpdHV0aW9uOiAlcCA9PSBjdXJyZW50IHNwZWFrZXIncyB0aXRsZSAtLT4NCgkJPHVpdGV4dCBuYW1lPSJCSU9XSU5fVElUTEUiIHZhbHVlPSLntYzmrbQgOiAlcCIvPg0KCQk8dWl0ZXh0IG5hbWU9IkJJT0JUTl9USVRMRSIgdmFsdWU9Iue1jOattCIvPg0KCQk8dWl0ZXh0IG5hbWU9IkRJVklERVJCVE5fVElUTEUiIHZhbHVlPSJ8Ii8+DQoJCTx1aXRleHQgbmFtZT0iQ09OVEFDVEJUTl9USVRMRSIgdmFsdWU9IuOBiuWVj+OBhOWQiOOCj+OBmyIvPg0KCQk8dWl0ZXh0IG5hbWU9IlRBQl9RVUlaIiB2YWx1ZT0i44Kv44Kk44K6Ii8+DQoJCTx1aXRleHQgbmFtZT0iVEFCX09VVExJTkUiIHZhbHVlPSLjgqLjgqbjg4jjg6njgqTjg7MiLz4NCgkJPHVpdGV4dCBuYW1lPSJUQUJfVEhVTUIiIHZhbHVlPSLjgrXjg6Djg43jg7zjg6siLz4NCgkJPHVpdGV4dCBuYW1lPSJUQUJfTk9URVMiIHZhbHVlPSLjg47jg7zjg4giLz4NCgkJPHVpdGV4dCBuYW1lPSJUQUJfU0VBUkNIIiB2YWx1ZT0i5qSc57SiIi8+DQoJCTx1aXRleHQgbmFtZT0iU0xJREVfSEVBRElORyIgdmFsdWU9IuOCueODqeOCpOODieOCv+OCpOODiOODqyIvPg0KCQk8dWl0ZXh0IG5hbWU9IkRVUkFUSU9OX0hFQURJTkciIHZhbHVlPSLplbfjgZUiLz4NCgkJPHVpdGV4dCBuYW1lPSJTRUFSQ0hfSEVBRElORyIgdmFsdWU9IuaknOe0ouOBmeOCi+ODhuOCreOCueODiCA6ICIvPg0KCQk8dWl0ZXh0IG5hbWU9IlRIVU1CX0hFQURJTkciIHZhbHVlPSLjgrnjg6njgqTjg4kiLz4NCgkJPHVpdGV4dCBuYW1lPSJUSFVNQl9JTkZPIiB2YWx1ZT0i44K544Op44Kk44OJ44K/44Kk44OI44OrIC8g6ZW344GVIi8+DQoJCTx1aXRleHQgbmFtZT0iQVRUQUNITkFNRV9IRUFESU5HIiB2YWx1ZT0i44OV44Kh44Kk44Or5ZCNIi8+DQoJCTx1aXRleHQgbmFtZT0iQVRUQUNIU0laRV9IRUFESU5HIiB2YWx1ZT0i44K144Kk44K6Ii8+DQoJCTx1aXRleHQgbmFtZT0iU0xJREVfTk9URVMiIHZhbHVlPSLjgrnjg6njgqTjg4njg47jg7zjg4giLz4NCgkJPCEtLXF1aXogcG9kIGFuZCBtZXNzYWdlIGJveCB0ZXh0cy0tPg0KCQk8dWl0ZXh0IG5hbWU9IlFVSVpQT0RfUVVJWl9BVFRFTVBUIiB2YWx1ZT0i44Kv44Kk44K66Kmm6KGM5Zue5pWwIDogIi8+DQoJCTx1aXRleHQgbmFtZT0iUVVJWlBPRF9RVUlaX0FUVEVNUFRfVkFMVUUiIHZhbHVlPSIlbiAvICV0Ii8+DQoJCTx1aXRleHQgbmFtZT0iUVVJWlBPRF9RVUlaX1NDT1JFIiB2YWx1ZT0i44K544Kz44KiIDogIi8+DQoJCTx1aXRleHQgbmFtZT0iUVVJWlBPRF9RVUlaX1BBU1NTQ09SRSIgdmFsdWU9IuWQiOagvOeCuSA6Ii8+DQoJCTx1aXRleHQgbmFtZT0iUVVJWlBPRF9RVUlaX01BWFNDT1JFIiB2YWx1ZT0i5pyA6auY5b6X54K5IDogIi8+DQoJCTx1aXRleHQgbmFtZT0iUVVJWlBPRF9RVUVTQVRNUFRfU1RSIiB2YWx1ZT0i6Kmm6KGM5Zue5pWwIDogJW4gLyAldCIvPg0KCQk8dWl0ZXh0IG5hbWU9IlFVSVpQT0RfUVVFU1RZUEVfU1RSIiB2YWx1ZT0i44K/44Kk44OXIDogJXMiLz4NCgkJPHVpdGV4dCBuYW1lPSJRVUlaUE9EX1FVRVNUWVBFX0dSRCIgdmFsdWU9IuipleS+oSIvPg0KCQk8dWl0ZXh0IG5hbWU9IlFVSVpQT0RfUVVFU1RZUEVfU1ZZIiB2YWx1ZT0i44Ki44Oz44Kx44O844OIIi8+DQoJCTx1aXRleHQgbmFtZT0iUVVJWlBPRF9RVUlaQVRNUFRfSU5GIiB2YWx1ZT0i54Sh5Yi26ZmQIi8+DQoJCTx1aXRleHQgbmFtZT0iUVVJWlBPRF9RVUVTQVRNUFRfSU5GIiB2YWx1ZT0i54Sh5Yi26ZmQIi8+DQoJCTx1aXRleHQgbmFtZT0iV0FSTklOR01TR19ZRVNTVFJJTkciIHZhbHVlPSLjga/jgYQiLz4NCgkJPHVpdGV4dCBuYW1lPSJXQVJOSU5HTVNHX05PU1RSSU5HIiB2YWx1ZT0i44GE44GE44GIIi8+DQoJCTx1aXRleHQgbmFtZT0iV0FSTklOR01TR19USVRMRVNUUklORyIgdmFsdWU9IuOCr+OCpOOCuuOBruODiuODk+OCsuODvOOCt+ODp+ODs+OBq+mWouOBmeOCi+itpuWRiiIvPg0KCQk8dWl0ZXh0IG5hbWU9IldBUk5JTkdNU0dfTVNHU1RSSU5HIiB2YWx1ZT0i44GT44Gu44Kv44Kk44K644Gr44Gv44CB44G+44Gg6Kej562U44GX44Gm44GE44Gq44GE6LOq5ZWP44GM44GC44KK44G+44GZ44CCJiN4QTsmI3hBOyDjgq/jgqTjgrrjgpLntYLkuobjgZnjgovjgavjga/jgIHjgIzjga/jgYTjgI3jgpLjgq/jg6rjg4Pjgq/jgZfjgb7jgZnjgILjgq/jgqTjgrrjgpLntprooYzjgZnjgovjgavjga/jgIHjgIzjgYTjgYTjgYjjgI3jgpLjgq/jg6rjg4Pjgq/jgZfjgb7jgZnjgIIiLz4NCgkJPHVpdGV4dCBuYW1lPSJJTkZPUk1BVElPTl9IMjY0X0ZMQVNIUExBWUVSIiB2YWx1ZT0i44GK5L2/44GE44Gu44Kz44Oz44OU44Ol44O844K/44Gr54++5Zyo44Kk44Oz44K544OI44O844Or44GV44KM44Gm44GE44KLIEZsYXNoIFBsYXllciDjga7jg5Djg7zjgrjjg6fjg7Pjga/jgIHjgZPjga7jg5Pjg4fjgqrjgpLjgrXjg53jg7zjg4jjgZfjgabjgYTjgb7jgZvjgpPjgILmnIDmlrDjga4gRmxhc2ggUGxheWVyIOOCkuODgOOCpuODs+ODreODvOODieOBmeOCi+OBq+OBr+OAgeODk+ODh+OCqumgmOWfn+OCkuOCr+ODquODg+OCr+OBl+OBpuOBj+OBoOOBleOBhOOAg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jgrXjgqTjg4njg5Djg7zjgpLlj4LliqDogIXjgavopovjgZvjgosiLz4NCgkJPHVpdGV4dCBuYW1lPSJNVVRFIiB2YWx1ZT0i44Of44Ol44O844OIIi8+DQoJCTx1aXRleHQgbmFtZT0iRE9DV1JBUF9USVRMRSIgdmFsdWU9IlByZXNlbnRlciDmt7vku5jjg5XjgqHjgqTjg6siLz4NCgkJPHVpdGV4dCBuYW1lPSJET0NXUkFQX01TRyIgdmFsdWU9IuODnuOCpOOCs+ODs+ODlOODpeODvOOCv+OBq+S/neWtmCIvPg0KCQk8dWl0ZXh0IG5hbWU9IkRPQ1dSQVBfUFJPTVBUIiB2YWx1ZT0i44Kv44Oq44OD44Kv44GX44Gm44OA44Km44Oz44Ot44O844OJIi8+DQoJPC9sYW5ndWFnZT4NCgk8bGFuZ3VhZ2UgaWQ9Imtv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siJg6Ii8+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siJg6ICVuLyV0Ii8+DQoJCTx1aXRleHQgbmFtZT0iUVVJWlBPRF9RVUVTVFlQRV9TVFIiIHZhbHVlPSLsnKDtmJU6ICVzIi8+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2AtOymiOulvCDsooXro4ztlZjroKTrqbQgW+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DQoJCTx1aXRleHQgbmFtZT0iU0NSVUJCQVJTVEFUVVNfVklEUExBWUlORyIgdmFsdWU9IlbDrWRlbyBlbiByZXByb2QuIi8+DQoJCTx1aXRleHQgbmFtZT0iU0NSVUJCQVJTVEFUVVNfTE9BRElORyIgdmFsdWU9IkNhcmdhbmRvIi8+DQoJCTx1aXRleHQgbmFtZT0iU0NSVUJCQVJTVEFUVVNfQlVGRkVSSU5HIiB2YWx1ZT0iQWxtYWNlbmFuZG8gZW4gYsO6ZmVyIi8+DQoJCTx1aXRleHQgbmFtZT0iU0NSVUJCQVJTVEFUVVNfUVVFU1RJT04iIHZhbHVlPSJDb250ZXN0YXIgcHJlZ3VudGEiLz4NCgkJPHVpdGV4dCBuYW1lPSJTQ1JVQkJBUlNUQVRVU19SRVZJRVdRVUlaIiB2YWx1ZT0iUmV2aXNhbmRvIHBydWViYSIvPg0KCQk8IS0tIHN1YnN0aXR1dGlvbjogJW0gPT0gbWludXRlcyByZW1haW5pbmcgLS0+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DQoJCTx1aXRleHQgbmFtZT0iQklPQlROX1RJVExFIiB2YWx1ZT0iQmlvZ3JhZsOtYSIvPg0KCQk8dWl0ZXh0IG5hbWU9IkRJVklERVJCVE5fVElUTEUiIHZhbHVlPSJ8Ii8+DQoJCTx1aXRleHQgbmFtZT0iQ09OVEFDVEJUTl9USVRMRSIgdmFsdWU9IkNvbnRhY3RvIi8+DQoJCTx1aXRleHQgbmFtZT0iVEFCX1FVSVoiIHZhbHVlPSJQcnVlYmEiLz4NCgkJPHVpdGV4dCBuYW1lPSJUQUJfT1VUTElORSIgdmFsdWU9IkNvbnRvcm5vIi8+DQoJCTx1aXRleHQgbmFtZT0iVEFCX1RIVU1CIiB2YWx1ZT0iTWluaWF0LiIvPg0KCQk8dWl0ZXh0IG5hbWU9IlRBQl9OT1RFUyIgdmFsdWU9Ik5vdGFzIi8+DQoJCTx1aXRleHQgbmFtZT0iVEFCX1NFQVJDSCIgdmFsdWU9IkJ1c2NhciIvPg0KCQk8dWl0ZXh0IG5hbWU9IlNMSURFX0hFQURJTkciIHZhbHVlPSJUw610dWxvIGRlIGRpYXBvc2l0aXZhIi8+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DQoJCTx1aXRleHQgbmFtZT0iQVRUQUNITkFNRV9IRUFESU5HIiB2YWx1ZT0iTm9tYnJlIGRlIGFyY2hpdm8iLz4NCgkJPHVpdGV4dCBuYW1lPSJBVFRBQ0hTSVpFX0hFQURJTkciIHZhbHVlPSJUYW1hw7FvIi8+DQoJCTx1aXRleHQgbmFtZT0iU0xJREVfTk9URVMiIHZhbHVlPSJOb3RhcyBkZSBkaWFwb3NpdGl2YS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lNpbGVuY2lhciIvPg0KCQk8dWl0ZXh0IG5hbWU9IkRPQ1dSQVBfVElUTEUiIHZhbHVlPSJBcmNoaXZvIGFkanVudG8gZGUgUHJlc2VudGVyIi8+DQoJCTx1aXRleHQgbmFtZT0iRE9DV1JBUF9NU0ciIHZhbHVlPSJHdWFyZGFyIGVuIE1pIFBDIi8+DQoJCTx1aXRleHQgbmFtZT0iRE9DV1JBUF9QUk9NUFQiIHZhbHVlPSJIYWdhIGNsaWMgZW4gRGVzY2FyZ2FyIi8+DQoJPC9sYW5ndWFnZT4NCgk8bGFuZ3VhZ2UgaWQ9InB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0byIvPg0KCQk8dWl0ZXh0IG5hbWU9IlRBQl9RVUlaIiB2YWx1ZT0iUXVlc3QuIi8+DQoJCTx1aXRleHQgbmFtZT0iVEFCX09VVExJTkUiIHZhbHVlPSJFc3F1ZW1hIi8+DQoJCTx1aXRleHQgbmFtZT0iVEFCX1RIVU1CIiB2YWx1ZT0iTWluaSIvPg0KCQk8dWl0ZXh0IG5hbWU9IlRBQl9OT1RFUyIgdmFsdWU9Ik5vdGFzIi8+DQoJCTx1aXRleHQgbmFtZT0iVEFCX1NFQVJDSCIgdmFsdWU9IkJ1c2NhIi8+DQoJCTx1aXRleHQgbmFtZT0iU0xJREVfSEVBRElORyIgdmFsdWU9IlTDrXR1bG8gZG8gc2xpZGUiLz4NCgkJPHVpdGV4dCBuYW1lPSJEVVJBVElPTl9IRUFESU5HIiB2YWx1ZT0iRHVyYcOnw6NvIi8+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DQoJCTx1aXRleHQgbmFtZT0iU0xJREVfTk9URVMiIHZhbHVlPSJBbm90YcOnw7VlcyBkbyBzbGlkZS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DQoJCTx1aXRleHQgbmFtZT0iUVVJWlBPRF9RVUVTVFlQRV9TVFIiIHZhbHVlPSJUaXBvOiAlcyIvPg0KCQk8dWl0ZXh0IG5hbWU9IlFVSVpQT0RfUVVFU1RZUEVfR1JEIiB2YWx1ZT0iQ29uIHZhbHV0YXppb25lIi8+DQoJCTx1aXRleHQgbmFtZT0iUVVJWlBPRF9RVUVTVFlQRV9TVlkiIHZhbHVlPSJJbmRhZ2luZSIvPg0KCQk8dWl0ZXh0IG5hbWU9IlFVSVpQT0RfUVVJWkFUTVBUX0lORiIgdmFsdWU9IkluZmluaXRpIi8+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DQoJCTx1aXRleHQgbmFtZT0iRE9DV1JBUF9USVRMRSIgdmFsdWU9IkFsbGVnYXRvIGZpbGUgUHJlc2VudGVyIi8+DQoJCTx1aXRleHQgbmFtZT0iRE9DV1JBUF9NU0ciIHZhbHVlPSJTYWx2YSBpbiBSaXNvcnNlIGRlbCBjb21wdXRlciIvPg0KCQk8dWl0ZXh0IG5hbWU9IkRPQ1dSQVBfUFJPTVBUIiB2YWx1ZT0iQ2xpYyBwZXIgc2NhcmljYXJlIi8+DQoJPC9sYW5ndWFnZT4NCgk8bGFuZ3VhZ2UgaWQ9Im5s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DQoJCTx1aXRleHQgbmFtZT0iU0NSVUJCQVJTVEFUVVNfVklEUExBWUlORyIgdmFsdWU9IlZpZGVvIGFmc3BlbGVuIi8+DQoJCTx1aXRleHQgbmFtZT0iU0NSVUJCQVJTVEFUVVNfTE9BRElORyIgdmFsdWU9IkxhZGVuIi8+DQoJCTx1aXRleHQgbmFtZT0iU0NSVUJCQVJTVEFUVVNfQlVGRkVSSU5HIiB2YWx1ZT0iQnVmZmVyZW4iLz4NCgkJPHVpdGV4dCBuYW1lPSJTQ1JVQkJBUlNUQVRVU19RVUVTVElPTiIgdmFsdWU9IlZyYWFnIG1ldCBhbnR3b29yZCIvPg0KCQk8dWl0ZXh0IG5hbWU9IlNDUlVCQkFSU1RBVFVTX1JFVklFV1FVSVoiIHZhbHVlPSJRdWl6IGNvbnRyb2xlcmVuIi8+DQoJCTwhLS0gc3Vic3RpdHV0aW9uOiAlbSA9PSBtaW51dGVzIHJlbWFpbmluZyAtLT4NCgkJPCEtLSBzdWJzdGl0dXRpb246ICVzID09IHNlY29uZHMgcmVtYWluaW5nIC0tPg0KCQk8dWl0ZXh0IG5hbWU9IkVMQVBTRUQiIHZhbHVlPSJFciByZXN0ZXJlbiAlbSBtaW51dGVuICVzIHNlY29uZGVuIi8+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DQoJCTx1aXRleHQgbmFtZT0iVEFCX1FVSVoiIHZhbHVlPSJRdWl6Ii8+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DQoJCTx1aXRleHQgbmFtZT0iU0VBUkNIX0hFQURJTkciIHZhbHVlPSJab2VrZW4gbmFhciB0ZWtzdDoiLz4NCgkJPHVpdGV4dCBuYW1lPSJUSFVNQl9IRUFESU5HIiB2YWx1ZT0iRGlhIi8+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DQoJCTwhLS1xdWl6IHBvZCBhbmQgbWVzc2FnZSBib3ggdGV4dHMtLT4NCgkJPHVpdGV4dCBuYW1lPSJRVUlaUE9EX1FVSVpfQVRURU1QVCIgdmFsdWU9IlF1aXpwb2dpbmc6Ii8+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DQoJCTx1aXRleHQgbmFtZT0iUVVJWlBPRF9RVUVTVFlQRV9TVFIiIHZhbHVlPSJUeXBlOiAlcyIvPg0KCQk8dWl0ZXh0IG5hbWU9IlFVSVpQT0RfUVVFU1RZUEVfR1JEIiB2YWx1ZT0iVGVsdCB2b29yIHNjb3JlIi8+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DQoJCTx1aWZvbnQgbmFtZT0iRk9OVF9QUkVTRU5UQVRJT05OQU1FIiB2YWx1ZT0i5a6L5L2TLTE4MDMwLDE0LGZhbHNlLGZhbHNlLHRydWUiLz4NCgkJPHVpZm9udCBuYW1lPSJGT05UX1BSRVNFTlRFUk5BTUUiIHZhbHVlPSLlrovkvZMtMTgwMzAsMTQsdHJ1ZSxmYWxzZSx0cnVlIi8+DQoJCTx1aWZvbnQgbmFtZT0iRk9OVF9QUkVTRU5URVJUSVRMRSIgdmFsdWU9IuWui+S9ky0xODAzMCwxMyxmYWxzZSxmYWxzZSx0cnVlIi8+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DQoJCTx1aWZvbnQgbmFtZT0iRk9OVF9NU0dCT1hfV0lOVElUTEUiIHZhbHVlPSLlrovkvZMtMTgwMzAsMTIsdHJ1ZSxmYWxzZSx0cnVlIi8+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DQoJCTx1aWZvbnQgbmFtZT0iRk9OVF9RVUlaUE9EX1FVRVNUSU9OX1NDT1JFIiB2YWx1ZT0i5a6L5L2TLTE4MDMwLDEwLGZhbHNlLGZhbHNlLHRydWUiLz4NCgkJPHVpZm9udCBuYW1lPSJGT05UX1FVSVpQT0RfUVVFU1RJT05fU0NPUkVfVkFMVUUiIHZhbHVlPSLlrovkvZMtMTgwMzAsMTAsdHJ1ZSxmYWxzZSx0cnVlIi8+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S9ky0xODAzMCwxMCxmYWxzZSxmYWxzZSx0cnVlIi8+DQoJCTx1aWZvbnQgbmFtZT0iRk9OVF9RVUlaUE9EX1FVSVpfUVVFU1RJT05fQVRURU1QVEVEX1ZBTFVFIiB2YWx1ZT0i5a6L5L2TLTE4MDMwLDEwLHRydWUsZmFsc2UsdHJ1ZSIvPg0KCQk8dWlmb250IG5hbWU9IkZPTlRfUVVJWlBPRF9RVUlaX1NDT1JFX1RBRyIgdmFsdWU9IuWui+S9ky0xODAzMCwxMix0cnVlLGZhbHNlLHRydWUiLz4NCgkJPHVpZm9udCBuYW1lPSJGT05UX1FVSVpQT0RfUVVJWl9TQ09SRSIgdmFsdWU9IuWui+S9ky0xODAzMCwxMCxmYWxzZSxmYWxzZSx0cnVlIi8+DQoJCTx1aWZvbnQgbmFtZT0iRk9OVF9RVUlaUE9EX1FVSVpfU0NPUkVfVkFMVUUiIHZhbHVlPSLlrovkvZMtMTgwMzAsMTAsdHJ1ZSxmYWxzZSx0cnVlIi8+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S9ky0xODAzMCwxMCxmYWxzZSxmYWxzZSx0cnVlIi8+DQoJCTx1aWZvbnQgbmFtZT0iRk9OVF9RVUlaUE9EX1FVSVpfUEFTU1NDT1JFX1ZBTFVFIiB2YWx1ZT0i5a6L5L2TLTE4MDMwLDEwLHRydWUsZmFsc2UsdHJ1ZSIvPg0KCQk8IS0tIHVpdGV4dCAtLT4NCgkJPCEtLSBzdWJzdGl0dXRpb246ICVuID09IHNsaWRlIG51bWJlciAtLT4NCgkJPHVpdGV4dCBuYW1lPSJVTk5BTUVEU0xJREVUSVRMRSIgdmFsdWU9IuW5u+eBr+eJhyAlbiIvPg0KCQk8IS0tIHN1YnN0aXR1dGlvbjogJW4gPT0gc2xpZGUgbnVtYmVyIC0tPg0KCQk8IS0tIHN1YnN0aXR1dGlvbjogJXQgPT0gdG90YWwgc2xpZGUgY291bnQgLS0+DQoJCTx1aXRleHQgbmFtZT0iU0NSVUJCQVJTVEFUVVNfU0xJREVJTkZPIiB2YWx1ZT0i5bm754Gv54mHICVuIC8gJXQgfCAiLz4NCgkJPHVpdGV4dCBuYW1lPSJTQ1JVQkJBUlNUQVRVU19TVE9QUEVEIiB2YWx1ZT0i5bey5YGc5q2iIi8+DQoJCTx1aXRleHQgbmFtZT0iU0NSVUJCQVJTVEFUVVNfUExBWUlORyIgdmFsdWU9Iuato+WcqOaSreaUviIvPg0KCQk8dWl0ZXh0IG5hbWU9IlNDUlVCQkFSU1RBVFVTX05PQVVESU8iIHZhbHVlPSLml6Dpn7PpopEiLz4NCgkJPHVpdGV4dCBuYW1lPSJTQ1JVQkJBUlNUQVRVU19WSURQTEFZSU5HIiB2YWx1ZT0i6KeG6aKR5pKt5pS+Ii8+DQoJCTx1aXRleHQgbmFtZT0iU0NSVUJCQVJTVEFUVVNfTE9BRElORyIgdmFsdWU9Iuato+WcqOi9veWFpSIvPg0KCQk8dWl0ZXh0IG5hbWU9IlNDUlVCQkFSU1RBVFVTX0JVRkZFUklORyIgdmFsdWU9Iuato+WcqOi/m+ihjOe8k+WGsuWkhOeQhiIvPg0KCQk8dWl0ZXh0IG5hbWU9IlNDUlVCQkFSU1RBVFVTX1FVRVNUSU9OIiB2YWx1ZT0i5Zue562U6Zeu6aKYIi8+DQoJCTx1aXRleHQgbmFtZT0iU0NSVUJCQVJTVEFUVVNfUkVWSUVXUVVJWiIgdmFsdWU9Iuato+WcqOWuoemYhea1i+mqjCIvPg0KCQk8IS0tIHN1YnN0aXR1dGlvbjogJW0gPT0gbWludXRlcyByZW1haW5pbmcgLS0+DQoJCTwhLS0gc3Vic3RpdHV0aW9uOiAlcyA9PSBzZWNvbmRzIHJlbWFpbmluZyAtLT4NCgkJPHVpdGV4dCBuYW1lPSJFTEFQU0VEIiB2YWx1ZT0i5Ymp5L2ZICVtIOWIhumSnyAlcyDnp5IiLz4NCgkJPHVpdGV4dCBuYW1lPSJOT1RGT1VORCIgdmFsdWU9IuacquaJvuWIsOS7u+S9leWGheWuuSIvPg0KCQk8dWl0ZXh0IG5hbWU9IkFUVEFDSE1FTlRTIiB2YWx1ZT0i6ZmE5Lu2Ii8+DQoJCTwhLS0gc3Vic3RpdHV0aW9uOiAlcCA9PSBjdXJyZW50IHNwZWFrZXIncyB0aXRsZSAtLT4NCgkJPHVpdGV4dCBuYW1lPSJCSU9XSU5fVElUTEUiIHZhbHVlPSLkuKrkurrnroDku4s6ICVwIi8+DQoJCTx1aXRleHQgbmFtZT0iQklPQlROX1RJVExFIiB2YWx1ZT0i5Liq5Lq6566A5LuLIi8+DQoJCTx1aXRleHQgbmFtZT0iRElWSURFUkJUTl9USVRMRSIgdmFsdWU9InwiLz4NCgkJPHVpdGV4dCBuYW1lPSJDT05UQUNUQlROX1RJVExFIiB2YWx1ZT0i6IGU57O75pa55byPIi8+DQoJCTx1aXRleHQgbmFtZT0iVEFCX1FVSVoiIHZhbHVlPSLmtYvpqowiLz4NCgkJPHVpdGV4dCBuYW1lPSJUQUJfT1VUTElORSIgdmFsdWU9IuWkp+e6siIvPg0KCQk8dWl0ZXh0IG5hbWU9IlRBQl9USFVNQiIgdmFsdWU9Iue8qeeVpeWbviIvPg0KCQk8dWl0ZXh0IG5hbWU9IlRBQl9OT1RFUyIgdmFsdWU9IuWkh+azqCIvPg0KCQk8dWl0ZXh0IG5hbWU9IlRBQl9TRUFSQ0giIHZhbHVlPSLmkJzntKIiLz4NCgkJPHVpdGV4dCBuYW1lPSJTTElERV9IRUFESU5HIiB2YWx1ZT0i5bm754Gv54mH5qCH6aKYIi8+DQoJCTx1aXRleHQgbmFtZT0iRFVSQVRJT05fSEVBRElORyIgdmFsdWU9IuaMgee7reaXtumXtCIvPg0KCQk8dWl0ZXh0IG5hbWU9IlNFQVJDSF9IRUFESU5HIiB2YWx1ZT0i5pCc57Si5paH5pysOiIvPg0KCQk8dWl0ZXh0IG5hbWU9IlRIVU1CX0hFQURJTkciIHZhbHVlPSLlubvnga/niYciLz4NCgkJPHVpdGV4dCBuYW1lPSJUSFVNQl9JTkZPIiB2YWx1ZT0i5bm754Gv54mH5qCH6aKYL+aMgee7reaXtumXtCIvPg0KCQk8dWl0ZXh0IG5hbWU9IkFUVEFDSE5BTUVfSEVBRElORyIgdmFsdWU9IuaWh+S7tuWQjSIvPg0KCQk8dWl0ZXh0IG5hbWU9IkFUVEFDSFNJWkVfSEVBRElORyIgdmFsdWU9IuWkp+WwjyIvPg0KCQk8dWl0ZXh0IG5hbWU9IlNMSURFX05PVEVTIiB2YWx1ZT0i5bm754Gv54mH5aSH5rOo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8L2NvbmZpZ3VyYXRpb24+DQo="/>
  <p:tag name="MMPROD_UIDATA" val="&lt;database version=&quot;7.0&quot;&gt;&lt;object type=&quot;1&quot; unique_id=&quot;10001&quot;&gt;&lt;property id=&quot;20141&quot; value=&quot;Test&quot;/&gt;&lt;property id=&quot;20144&quot; value=&quot;0&quot;/&gt;&lt;property id=&quot;20146&quot; value=&quot;0&quot;/&gt;&lt;property id=&quot;20147&quot; value=&quot;0&quot;/&gt;&lt;property id=&quot;20148&quot; value=&quot;0&quot;/&gt;&lt;property id=&quot;20180&quot; value=&quot;1&quot;/&gt;&lt;property id=&quot;20181&quot; value=&quot;1祡䘌໴챐ຸᄸ&quot;/&gt;&lt;property id=&quot;20182&quot; value=&quot;0&quot;/&gt;&lt;property id=&quot;20183&quot; value=&quot;1&quot;/&gt;&lt;property id=&quot;20184&quot; value=&quot;7&quot;/&gt;&lt;property id=&quot;20191&quot; value=&quot;McGill&quot;/&gt;&lt;property id=&quot;20192&quot; value=&quot;https://connect.mcgill.ca&quot;/&gt;&lt;property id=&quot;20193&quot; value=&quot;0&quot;/&gt;&lt;property id=&quot;20224&quot; value=&quot;C:\Users\jremil3.CAMPUS\Desktop\Untitled&quot;/&gt;&lt;property id=&quot;20226&quot; value=&quot;C:\Users\jremil3.CAMPUS\Documents\Test.pptx&quot;/&gt;&lt;property id=&quot;20250&quot; value=&quot;0&quot;/&gt;&lt;property id=&quot;20251&quot; value=&quot;0&quot;/&gt;&lt;property id=&quot;20259&quot; value=&quot;0&quot;/&gt;&lt;object type=&quot;8&quot; unique_id=&quot;10002&quot;&gt;&lt;/object&gt;&lt;object type=&quot;2&quot; unique_id=&quot;10003&quot;&gt;&lt;object type=&quot;3&quot; unique_id=&quot;10004&quot;&gt;&lt;property id=&quot;20148&quot; value=&quot;5&quot;/&gt;&lt;property id=&quot;20300&quot; value=&quot;Slide 1&quot;/&gt;&lt;property id=&quot;20302&quot; value=&quot;1&quot;/&gt;&lt;property id=&quot;20303&quot; value=&quot;-1&quot;/&gt;&lt;property id=&quot;20307&quot; value=&quot;256&quot;/&gt;&lt;property id=&quot;20309&quot; value=&quot;-1&quot;/&gt;&lt;/object&gt;&lt;/object&gt;&lt;object type=&quot;4&quot; unique_id=&quot;10282&quot;&gt;&lt;/object&gt;&lt;object type=&quot;10&quot; unique_id=&quot;10313&quot;&gt;&lt;object type=&quot;11&quot; unique_id=&quot;10314&quot;&gt;&lt;property id=&quot;20180&quot; value=&quot;1&quot;/&gt;&lt;property id=&quot;20181&quot; value=&quot;1祡䘌໴챐ຸᄸ&quot;/&gt;&lt;property id=&quot;20182&quot; value=&quot;0&quot;/&gt;&lt;property id=&quot;20183&quot; value=&quot;1&quot;/&gt;&lt;/object&gt;&lt;object type=&quot;12&quot; unique_id=&quot;10315&quot;&gt;&lt;/object&gt;&lt;/object&gt;&lt;/object&gt;&lt;/database&gt;"/>
  <p:tag name="SECTOMILLISECCONVERTED" val="1"/>
  <p:tag name="ARTICULATE_DESIGN_ID_3_BODY SLIDES" val="KxQTgtwD"/>
  <p:tag name="ARTICULATE_DESIGN_ID_SCS_INSTRUCTOR_TEMPLATE_FINAL_11JUL12" val="WjYDd5jC"/>
  <p:tag name="ARTICULATE_DESIGN_ID_2_COURSE INTRODUCTION SECTION SLIDES" val="2oyRvmTz"/>
  <p:tag name="ARTICULATE_DESIGN_ID_6_END SLIDE" val="e5N5rkiO"/>
  <p:tag name="ARTICULATE_DESIGN_ID_5_SUMMARY SLIDES" val="0yFMtatE"/>
  <p:tag name="ARTICULATE_DESIGN_ID_4_ACTIVITY SLIDES" val="3IO17py5"/>
  <p:tag name="ARTICULATE_SLIDE_COUNT" val="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3_Body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CS_Instructor_Template_JAN-2016_01.potx" id="{B171CE54-E0B3-48DE-B5A6-CB6B870F1157}" vid="{F7B45810-D9B3-47F4-BC11-88D54CF40A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9879ED8B4619441B91687DCDA02DA39" ma:contentTypeVersion="4" ma:contentTypeDescription="Create a new document." ma:contentTypeScope="" ma:versionID="e9f6abe488ccb30ede1a22ac04af6b8b">
  <xsd:schema xmlns:xsd="http://www.w3.org/2001/XMLSchema" xmlns:xs="http://www.w3.org/2001/XMLSchema" xmlns:p="http://schemas.microsoft.com/office/2006/metadata/properties" xmlns:ns2="21d99a6e-e1bc-4d91-b097-03191ed450e9" targetNamespace="http://schemas.microsoft.com/office/2006/metadata/properties" ma:root="true" ma:fieldsID="3456e5b705d00c9872288845cb9a19d4" ns2:_="">
    <xsd:import namespace="21d99a6e-e1bc-4d91-b097-03191ed450e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d99a6e-e1bc-4d91-b097-03191ed450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C04534-A83D-479B-A773-C2FB7E41A064}">
  <ds:schemaRefs>
    <ds:schemaRef ds:uri="http://schemas.openxmlformats.org/package/2006/metadata/core-properties"/>
    <ds:schemaRef ds:uri="http://purl.org/dc/elements/1.1/"/>
    <ds:schemaRef ds:uri="http://www.w3.org/XML/1998/namespace"/>
    <ds:schemaRef ds:uri="http://schemas.microsoft.com/office/2006/metadata/properties"/>
    <ds:schemaRef ds:uri="http://purl.org/dc/dcmitype/"/>
    <ds:schemaRef ds:uri="http://schemas.microsoft.com/office/2006/documentManagement/types"/>
    <ds:schemaRef ds:uri="http://schemas.microsoft.com/office/infopath/2007/PartnerControls"/>
    <ds:schemaRef ds:uri="21d99a6e-e1bc-4d91-b097-03191ed450e9"/>
    <ds:schemaRef ds:uri="http://purl.org/dc/terms/"/>
  </ds:schemaRefs>
</ds:datastoreItem>
</file>

<file path=customXml/itemProps2.xml><?xml version="1.0" encoding="utf-8"?>
<ds:datastoreItem xmlns:ds="http://schemas.openxmlformats.org/officeDocument/2006/customXml" ds:itemID="{B8E3EF9B-59AC-447C-85F7-757DD6B3495B}">
  <ds:schemaRefs>
    <ds:schemaRef ds:uri="http://schemas.microsoft.com/sharepoint/v3/contenttype/forms"/>
  </ds:schemaRefs>
</ds:datastoreItem>
</file>

<file path=customXml/itemProps3.xml><?xml version="1.0" encoding="utf-8"?>
<ds:datastoreItem xmlns:ds="http://schemas.openxmlformats.org/officeDocument/2006/customXml" ds:itemID="{862702D0-994A-4E91-91E7-D243587EB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d99a6e-e1bc-4d91-b097-03191ed450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SCS_Instructor_Template_JAN-2016_final (002)</Template>
  <TotalTime>7710</TotalTime>
  <Words>1413</Words>
  <Application>Microsoft Office PowerPoint</Application>
  <PresentationFormat>Widescreen</PresentationFormat>
  <Paragraphs>270</Paragraphs>
  <Slides>34</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vt:lpstr>
      <vt:lpstr>Britannic Bold</vt:lpstr>
      <vt:lpstr>Calibri</vt:lpstr>
      <vt:lpstr>Courier New</vt:lpstr>
      <vt:lpstr>Monotype Sorts</vt:lpstr>
      <vt:lpstr>Symbol</vt:lpstr>
      <vt:lpstr>Tahoma</vt:lpstr>
      <vt:lpstr>Times New Roman</vt:lpstr>
      <vt:lpstr>Verdana</vt:lpstr>
      <vt:lpstr>Wingdings</vt:lpstr>
      <vt:lpstr>3_Body Slides</vt:lpstr>
      <vt:lpstr>Information System Security CMIS 422 Database security Module 9   Mona Taghavi</vt:lpstr>
      <vt:lpstr>Session Overview</vt:lpstr>
      <vt:lpstr>DBMS</vt:lpstr>
      <vt:lpstr>Queries</vt:lpstr>
      <vt:lpstr>Example SQL Query</vt:lpstr>
      <vt:lpstr>SQL Injection: Basic Idea</vt:lpstr>
      <vt:lpstr>Typical Query Generation Code</vt:lpstr>
      <vt:lpstr>Typical Login Prompt</vt:lpstr>
      <vt:lpstr>User Input Becomes Part of Query </vt:lpstr>
      <vt:lpstr>Normal Login</vt:lpstr>
      <vt:lpstr>Malicious User Input</vt:lpstr>
      <vt:lpstr>SQL Injection Attack</vt:lpstr>
      <vt:lpstr>Exploits of a mom</vt:lpstr>
      <vt:lpstr>Using SQL Injection to Log In</vt:lpstr>
      <vt:lpstr>Preventing SQL Injection</vt:lpstr>
      <vt:lpstr>Database Security Requirements</vt:lpstr>
      <vt:lpstr>Reliability and Integrity</vt:lpstr>
      <vt:lpstr>Two-Phase Update</vt:lpstr>
      <vt:lpstr>Two-Phase Update Example</vt:lpstr>
      <vt:lpstr>Two-Phase Update Example</vt:lpstr>
      <vt:lpstr>Other Database Security Concerns</vt:lpstr>
      <vt:lpstr>Sensitive Data</vt:lpstr>
      <vt:lpstr>Types of Disclosure</vt:lpstr>
      <vt:lpstr>Direct Inference</vt:lpstr>
      <vt:lpstr>Inference by arithmetic</vt:lpstr>
      <vt:lpstr>Preventing Disclosure</vt:lpstr>
      <vt:lpstr>Security vs. Precision</vt:lpstr>
      <vt:lpstr>Suppression Techniques</vt:lpstr>
      <vt:lpstr>Limited response suppresion</vt:lpstr>
      <vt:lpstr>Combined results</vt:lpstr>
      <vt:lpstr>Data Mining</vt:lpstr>
      <vt:lpstr>Data Mining Challenges</vt:lpstr>
      <vt:lpstr>Data Mining Challenges</vt:lpstr>
      <vt:lpstr>Session Summary</vt:lpstr>
    </vt:vector>
  </TitlesOfParts>
  <Company>McGill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Denise Quildon, Ms.</dc:creator>
  <cp:lastModifiedBy>M</cp:lastModifiedBy>
  <cp:revision>63</cp:revision>
  <dcterms:created xsi:type="dcterms:W3CDTF">2016-01-22T14:51:00Z</dcterms:created>
  <dcterms:modified xsi:type="dcterms:W3CDTF">2024-11-07T07:06:27Z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0x01010059879ED8B4619441B91687DCDA02DA39</vt:lpwstr>
  </property>
  <property fmtid="{D5CDD505-2E9C-101B-9397-08002B2CF9AE}" pid="3" name="_dlc_DocIdItemGuid">
    <vt:lpwstr>7854b057-4ebf-435b-8657-63acaf55ccdc</vt:lpwstr>
  </property>
  <property fmtid="{D5CDD505-2E9C-101B-9397-08002B2CF9AE}" pid="4" name="ArticulateGUID">
    <vt:lpwstr>A7BECAEB-F12F-46DD-80CA-4A5D3808AE7C</vt:lpwstr>
  </property>
  <property fmtid="{D5CDD505-2E9C-101B-9397-08002B2CF9AE}" pid="5" name="ArticulatePath">
    <vt:lpwstr>CPD_Template_2019</vt:lpwstr>
  </property>
  <property fmtid="{D5CDD505-2E9C-101B-9397-08002B2CF9AE}" pid="6" name="xd_Signature">
    <vt:bool>false</vt:bool>
  </property>
  <property fmtid="{D5CDD505-2E9C-101B-9397-08002B2CF9AE}" pid="7" name="xd_ProgID">
    <vt:lpwstr/>
  </property>
  <property fmtid="{D5CDD505-2E9C-101B-9397-08002B2CF9AE}" pid="8" name="TemplateUrl">
    <vt:lpwstr/>
  </property>
  <property fmtid="{D5CDD505-2E9C-101B-9397-08002B2CF9AE}" pid="9" name="ComplianceAssetId">
    <vt:lpwstr/>
  </property>
</Properties>
</file>