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0" r:id="rId4"/>
  </p:sldMasterIdLst>
  <p:notesMasterIdLst>
    <p:notesMasterId r:id="rId35"/>
  </p:notesMasterIdLst>
  <p:handoutMasterIdLst>
    <p:handoutMasterId r:id="rId36"/>
  </p:handoutMasterIdLst>
  <p:sldIdLst>
    <p:sldId id="265" r:id="rId5"/>
    <p:sldId id="261" r:id="rId6"/>
    <p:sldId id="438" r:id="rId7"/>
    <p:sldId id="440" r:id="rId8"/>
    <p:sldId id="441" r:id="rId9"/>
    <p:sldId id="519" r:id="rId10"/>
    <p:sldId id="407" r:id="rId11"/>
    <p:sldId id="408" r:id="rId12"/>
    <p:sldId id="409" r:id="rId13"/>
    <p:sldId id="410" r:id="rId14"/>
    <p:sldId id="411" r:id="rId15"/>
    <p:sldId id="412" r:id="rId16"/>
    <p:sldId id="413" r:id="rId17"/>
    <p:sldId id="415" r:id="rId18"/>
    <p:sldId id="428" r:id="rId19"/>
    <p:sldId id="429" r:id="rId20"/>
    <p:sldId id="430" r:id="rId21"/>
    <p:sldId id="431" r:id="rId22"/>
    <p:sldId id="439" r:id="rId23"/>
    <p:sldId id="432" r:id="rId24"/>
    <p:sldId id="433" r:id="rId25"/>
    <p:sldId id="369" r:id="rId26"/>
    <p:sldId id="514" r:id="rId27"/>
    <p:sldId id="515" r:id="rId28"/>
    <p:sldId id="516" r:id="rId29"/>
    <p:sldId id="517" r:id="rId30"/>
    <p:sldId id="388" r:id="rId31"/>
    <p:sldId id="383" r:id="rId32"/>
    <p:sldId id="518" r:id="rId33"/>
    <p:sldId id="436" r:id="rId34"/>
  </p:sldIdLst>
  <p:sldSz cx="12192000" cy="6858000"/>
  <p:notesSz cx="6934200" cy="9220200"/>
  <p:custDataLst>
    <p:tags r:id="rId37"/>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04">
          <p15:clr>
            <a:srgbClr val="A4A3A4"/>
          </p15:clr>
        </p15:guide>
        <p15:guide id="2" pos="218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cademic Tablet" initials="AT" lastIdx="1" clrIdx="0"/>
  <p:cmAuthor id="1" name="Clarity" initials="CL" lastIdx="1" clrIdx="1"/>
  <p:cmAuthor id="2" name="Instructional Designer" initials="ID" lastIdx="11" clrIdx="2">
    <p:extLst>
      <p:ext uri="{19B8F6BF-5375-455C-9EA6-DF929625EA0E}">
        <p15:presenceInfo xmlns:p15="http://schemas.microsoft.com/office/powerpoint/2012/main" userId="S-1-5-21-2570627339-595396017-2782738742-11118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a:srgbClr val="91C8D7"/>
    <a:srgbClr val="ED1B2F"/>
    <a:srgbClr val="8C8C8C"/>
    <a:srgbClr val="E43029"/>
    <a:srgbClr val="FF0000"/>
    <a:srgbClr val="698335"/>
    <a:srgbClr val="DFF1CB"/>
    <a:srgbClr val="EF5F5F"/>
    <a:srgbClr val="E64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74434" autoAdjust="0"/>
  </p:normalViewPr>
  <p:slideViewPr>
    <p:cSldViewPr>
      <p:cViewPr varScale="1">
        <p:scale>
          <a:sx n="58" d="100"/>
          <a:sy n="58" d="100"/>
        </p:scale>
        <p:origin x="1365" y="2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51" d="100"/>
          <a:sy n="51" d="100"/>
        </p:scale>
        <p:origin x="1632" y="24"/>
      </p:cViewPr>
      <p:guideLst>
        <p:guide orient="horz" pos="2904"/>
        <p:guide pos="218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a Taghavi" userId="cdd0f8e6-fa0c-4861-85ac-fabaa218fd0b" providerId="ADAL" clId="{AEF945AC-3A17-4C6A-B28E-87D4CF4737DE}"/>
    <pc:docChg chg="undo custSel addSld delSld modSld sldOrd">
      <pc:chgData name="Mona Taghavi" userId="cdd0f8e6-fa0c-4861-85ac-fabaa218fd0b" providerId="ADAL" clId="{AEF945AC-3A17-4C6A-B28E-87D4CF4737DE}" dt="2024-11-14T15:34:46.071" v="290" actId="20577"/>
      <pc:docMkLst>
        <pc:docMk/>
      </pc:docMkLst>
      <pc:sldChg chg="modSp">
        <pc:chgData name="Mona Taghavi" userId="cdd0f8e6-fa0c-4861-85ac-fabaa218fd0b" providerId="ADAL" clId="{AEF945AC-3A17-4C6A-B28E-87D4CF4737DE}" dt="2024-11-13T17:36:34.208" v="190" actId="20577"/>
        <pc:sldMkLst>
          <pc:docMk/>
          <pc:sldMk cId="4225582243" sldId="261"/>
        </pc:sldMkLst>
        <pc:spChg chg="mod">
          <ac:chgData name="Mona Taghavi" userId="cdd0f8e6-fa0c-4861-85ac-fabaa218fd0b" providerId="ADAL" clId="{AEF945AC-3A17-4C6A-B28E-87D4CF4737DE}" dt="2024-11-13T17:36:34.208" v="190" actId="20577"/>
          <ac:spMkLst>
            <pc:docMk/>
            <pc:sldMk cId="4225582243" sldId="261"/>
            <ac:spMk id="3" creationId="{00000000-0000-0000-0000-000000000000}"/>
          </ac:spMkLst>
        </pc:spChg>
      </pc:sldChg>
      <pc:sldChg chg="modSp">
        <pc:chgData name="Mona Taghavi" userId="cdd0f8e6-fa0c-4861-85ac-fabaa218fd0b" providerId="ADAL" clId="{AEF945AC-3A17-4C6A-B28E-87D4CF4737DE}" dt="2024-11-07T05:20:31.382" v="16" actId="20577"/>
        <pc:sldMkLst>
          <pc:docMk/>
          <pc:sldMk cId="2086746270" sldId="265"/>
        </pc:sldMkLst>
        <pc:spChg chg="mod">
          <ac:chgData name="Mona Taghavi" userId="cdd0f8e6-fa0c-4861-85ac-fabaa218fd0b" providerId="ADAL" clId="{AEF945AC-3A17-4C6A-B28E-87D4CF4737DE}" dt="2024-11-07T05:20:31.382" v="16" actId="20577"/>
          <ac:spMkLst>
            <pc:docMk/>
            <pc:sldMk cId="2086746270" sldId="265"/>
            <ac:spMk id="2" creationId="{00000000-0000-0000-0000-000000000000}"/>
          </ac:spMkLst>
        </pc:spChg>
      </pc:sldChg>
      <pc:sldChg chg="modSp del modNotesTx">
        <pc:chgData name="Mona Taghavi" userId="cdd0f8e6-fa0c-4861-85ac-fabaa218fd0b" providerId="ADAL" clId="{AEF945AC-3A17-4C6A-B28E-87D4CF4737DE}" dt="2024-11-14T15:33:35.768" v="283" actId="20577"/>
        <pc:sldMkLst>
          <pc:docMk/>
          <pc:sldMk cId="0" sldId="369"/>
        </pc:sldMkLst>
        <pc:spChg chg="mod">
          <ac:chgData name="Mona Taghavi" userId="cdd0f8e6-fa0c-4861-85ac-fabaa218fd0b" providerId="ADAL" clId="{AEF945AC-3A17-4C6A-B28E-87D4CF4737DE}" dt="2024-11-07T06:48:44.935" v="158" actId="20577"/>
          <ac:spMkLst>
            <pc:docMk/>
            <pc:sldMk cId="0" sldId="369"/>
            <ac:spMk id="122885" creationId="{4F39CF48-D161-4AFE-AE8B-730D79A48B19}"/>
          </ac:spMkLst>
        </pc:spChg>
      </pc:sldChg>
      <pc:sldChg chg="modSp del modNotesTx">
        <pc:chgData name="Mona Taghavi" userId="cdd0f8e6-fa0c-4861-85ac-fabaa218fd0b" providerId="ADAL" clId="{AEF945AC-3A17-4C6A-B28E-87D4CF4737DE}" dt="2024-11-14T15:34:18.025" v="289" actId="20577"/>
        <pc:sldMkLst>
          <pc:docMk/>
          <pc:sldMk cId="0" sldId="383"/>
        </pc:sldMkLst>
        <pc:spChg chg="mod">
          <ac:chgData name="Mona Taghavi" userId="cdd0f8e6-fa0c-4861-85ac-fabaa218fd0b" providerId="ADAL" clId="{AEF945AC-3A17-4C6A-B28E-87D4CF4737DE}" dt="2024-11-07T16:04:34.967" v="167" actId="20577"/>
          <ac:spMkLst>
            <pc:docMk/>
            <pc:sldMk cId="0" sldId="383"/>
            <ac:spMk id="148486" creationId="{D4499B2B-AEF0-4BF9-BACF-A3DB5D5D6196}"/>
          </ac:spMkLst>
        </pc:spChg>
      </pc:sldChg>
      <pc:sldChg chg="del modNotesTx">
        <pc:chgData name="Mona Taghavi" userId="cdd0f8e6-fa0c-4861-85ac-fabaa218fd0b" providerId="ADAL" clId="{AEF945AC-3A17-4C6A-B28E-87D4CF4737DE}" dt="2024-11-14T15:34:13.830" v="288" actId="20577"/>
        <pc:sldMkLst>
          <pc:docMk/>
          <pc:sldMk cId="0" sldId="388"/>
        </pc:sldMkLst>
      </pc:sldChg>
      <pc:sldChg chg="modNotesTx">
        <pc:chgData name="Mona Taghavi" userId="cdd0f8e6-fa0c-4861-85ac-fabaa218fd0b" providerId="ADAL" clId="{AEF945AC-3A17-4C6A-B28E-87D4CF4737DE}" dt="2024-11-14T15:33:05.491" v="281" actId="20577"/>
        <pc:sldMkLst>
          <pc:docMk/>
          <pc:sldMk cId="2714585300" sldId="407"/>
        </pc:sldMkLst>
      </pc:sldChg>
      <pc:sldChg chg="modSp">
        <pc:chgData name="Mona Taghavi" userId="cdd0f8e6-fa0c-4861-85ac-fabaa218fd0b" providerId="ADAL" clId="{AEF945AC-3A17-4C6A-B28E-87D4CF4737DE}" dt="2024-11-14T05:48:49.171" v="191" actId="20577"/>
        <pc:sldMkLst>
          <pc:docMk/>
          <pc:sldMk cId="1355020438" sldId="410"/>
        </pc:sldMkLst>
        <pc:spChg chg="mod">
          <ac:chgData name="Mona Taghavi" userId="cdd0f8e6-fa0c-4861-85ac-fabaa218fd0b" providerId="ADAL" clId="{AEF945AC-3A17-4C6A-B28E-87D4CF4737DE}" dt="2024-11-14T05:48:49.171" v="191" actId="20577"/>
          <ac:spMkLst>
            <pc:docMk/>
            <pc:sldMk cId="1355020438" sldId="410"/>
            <ac:spMk id="3" creationId="{00000000-0000-0000-0000-000000000000}"/>
          </ac:spMkLst>
        </pc:spChg>
      </pc:sldChg>
      <pc:sldChg chg="modTransition">
        <pc:chgData name="Mona Taghavi" userId="cdd0f8e6-fa0c-4861-85ac-fabaa218fd0b" providerId="ADAL" clId="{AEF945AC-3A17-4C6A-B28E-87D4CF4737DE}" dt="2024-11-07T05:35:35.676" v="20"/>
        <pc:sldMkLst>
          <pc:docMk/>
          <pc:sldMk cId="3030066843" sldId="412"/>
        </pc:sldMkLst>
      </pc:sldChg>
      <pc:sldChg chg="modSp del modTransition">
        <pc:chgData name="Mona Taghavi" userId="cdd0f8e6-fa0c-4861-85ac-fabaa218fd0b" providerId="ADAL" clId="{AEF945AC-3A17-4C6A-B28E-87D4CF4737DE}" dt="2024-11-14T15:33:21.859" v="282" actId="2696"/>
        <pc:sldMkLst>
          <pc:docMk/>
          <pc:sldMk cId="299938161" sldId="414"/>
        </pc:sldMkLst>
        <pc:spChg chg="mod">
          <ac:chgData name="Mona Taghavi" userId="cdd0f8e6-fa0c-4861-85ac-fabaa218fd0b" providerId="ADAL" clId="{AEF945AC-3A17-4C6A-B28E-87D4CF4737DE}" dt="2024-11-14T05:54:48.604" v="194" actId="20577"/>
          <ac:spMkLst>
            <pc:docMk/>
            <pc:sldMk cId="299938161" sldId="414"/>
            <ac:spMk id="3" creationId="{00000000-0000-0000-0000-000000000000}"/>
          </ac:spMkLst>
        </pc:spChg>
      </pc:sldChg>
      <pc:sldChg chg="modSp">
        <pc:chgData name="Mona Taghavi" userId="cdd0f8e6-fa0c-4861-85ac-fabaa218fd0b" providerId="ADAL" clId="{AEF945AC-3A17-4C6A-B28E-87D4CF4737DE}" dt="2024-11-14T06:07:40.612" v="198" actId="20577"/>
        <pc:sldMkLst>
          <pc:docMk/>
          <pc:sldMk cId="392422662" sldId="428"/>
        </pc:sldMkLst>
        <pc:spChg chg="mod">
          <ac:chgData name="Mona Taghavi" userId="cdd0f8e6-fa0c-4861-85ac-fabaa218fd0b" providerId="ADAL" clId="{AEF945AC-3A17-4C6A-B28E-87D4CF4737DE}" dt="2024-11-14T06:07:40.612" v="198" actId="20577"/>
          <ac:spMkLst>
            <pc:docMk/>
            <pc:sldMk cId="392422662" sldId="428"/>
            <ac:spMk id="3" creationId="{00000000-0000-0000-0000-000000000000}"/>
          </ac:spMkLst>
        </pc:spChg>
      </pc:sldChg>
      <pc:sldChg chg="modTransition">
        <pc:chgData name="Mona Taghavi" userId="cdd0f8e6-fa0c-4861-85ac-fabaa218fd0b" providerId="ADAL" clId="{AEF945AC-3A17-4C6A-B28E-87D4CF4737DE}" dt="2024-11-14T06:15:20.960" v="199"/>
        <pc:sldMkLst>
          <pc:docMk/>
          <pc:sldMk cId="3015285948" sldId="430"/>
        </pc:sldMkLst>
      </pc:sldChg>
      <pc:sldChg chg="ord">
        <pc:chgData name="Mona Taghavi" userId="cdd0f8e6-fa0c-4861-85ac-fabaa218fd0b" providerId="ADAL" clId="{AEF945AC-3A17-4C6A-B28E-87D4CF4737DE}" dt="2024-11-14T15:32:19.395" v="280"/>
        <pc:sldMkLst>
          <pc:docMk/>
          <pc:sldMk cId="115506449" sldId="433"/>
        </pc:sldMkLst>
      </pc:sldChg>
      <pc:sldChg chg="del modTransition">
        <pc:chgData name="Mona Taghavi" userId="cdd0f8e6-fa0c-4861-85ac-fabaa218fd0b" providerId="ADAL" clId="{AEF945AC-3A17-4C6A-B28E-87D4CF4737DE}" dt="2024-11-13T17:35:37.146" v="170" actId="2696"/>
        <pc:sldMkLst>
          <pc:docMk/>
          <pc:sldMk cId="4076034887" sldId="434"/>
        </pc:sldMkLst>
      </pc:sldChg>
      <pc:sldChg chg="del modTransition">
        <pc:chgData name="Mona Taghavi" userId="cdd0f8e6-fa0c-4861-85ac-fabaa218fd0b" providerId="ADAL" clId="{AEF945AC-3A17-4C6A-B28E-87D4CF4737DE}" dt="2024-11-13T17:35:33.403" v="169" actId="2696"/>
        <pc:sldMkLst>
          <pc:docMk/>
          <pc:sldMk cId="135035025" sldId="435"/>
        </pc:sldMkLst>
      </pc:sldChg>
      <pc:sldChg chg="modSp">
        <pc:chgData name="Mona Taghavi" userId="cdd0f8e6-fa0c-4861-85ac-fabaa218fd0b" providerId="ADAL" clId="{AEF945AC-3A17-4C6A-B28E-87D4CF4737DE}" dt="2024-11-07T05:46:09.927" v="25" actId="20577"/>
        <pc:sldMkLst>
          <pc:docMk/>
          <pc:sldMk cId="2825150543" sldId="436"/>
        </pc:sldMkLst>
        <pc:spChg chg="mod">
          <ac:chgData name="Mona Taghavi" userId="cdd0f8e6-fa0c-4861-85ac-fabaa218fd0b" providerId="ADAL" clId="{AEF945AC-3A17-4C6A-B28E-87D4CF4737DE}" dt="2024-11-07T05:46:09.927" v="25" actId="20577"/>
          <ac:spMkLst>
            <pc:docMk/>
            <pc:sldMk cId="2825150543" sldId="436"/>
            <ac:spMk id="3" creationId="{00000000-0000-0000-0000-000000000000}"/>
          </ac:spMkLst>
        </pc:spChg>
      </pc:sldChg>
      <pc:sldChg chg="modSp modAnim">
        <pc:chgData name="Mona Taghavi" userId="cdd0f8e6-fa0c-4861-85ac-fabaa218fd0b" providerId="ADAL" clId="{AEF945AC-3A17-4C6A-B28E-87D4CF4737DE}" dt="2024-11-14T15:34:46.071" v="290" actId="20577"/>
        <pc:sldMkLst>
          <pc:docMk/>
          <pc:sldMk cId="3746496291" sldId="438"/>
        </pc:sldMkLst>
        <pc:spChg chg="mod">
          <ac:chgData name="Mona Taghavi" userId="cdd0f8e6-fa0c-4861-85ac-fabaa218fd0b" providerId="ADAL" clId="{AEF945AC-3A17-4C6A-B28E-87D4CF4737DE}" dt="2024-11-14T15:34:46.071" v="290" actId="20577"/>
          <ac:spMkLst>
            <pc:docMk/>
            <pc:sldMk cId="3746496291" sldId="438"/>
            <ac:spMk id="5" creationId="{C9A4FB85-8BB2-4FC6-831B-ECDBABDEC00C}"/>
          </ac:spMkLst>
        </pc:spChg>
      </pc:sldChg>
      <pc:sldChg chg="modSp add modAnim">
        <pc:chgData name="Mona Taghavi" userId="cdd0f8e6-fa0c-4861-85ac-fabaa218fd0b" providerId="ADAL" clId="{AEF945AC-3A17-4C6A-B28E-87D4CF4737DE}" dt="2024-11-07T05:54:43.975" v="66" actId="20577"/>
        <pc:sldMkLst>
          <pc:docMk/>
          <pc:sldMk cId="427586257" sldId="440"/>
        </pc:sldMkLst>
        <pc:spChg chg="mod">
          <ac:chgData name="Mona Taghavi" userId="cdd0f8e6-fa0c-4861-85ac-fabaa218fd0b" providerId="ADAL" clId="{AEF945AC-3A17-4C6A-B28E-87D4CF4737DE}" dt="2024-11-07T05:54:43.975" v="66" actId="20577"/>
          <ac:spMkLst>
            <pc:docMk/>
            <pc:sldMk cId="427586257" sldId="440"/>
            <ac:spMk id="5" creationId="{C9A4FB85-8BB2-4FC6-831B-ECDBABDEC00C}"/>
          </ac:spMkLst>
        </pc:spChg>
      </pc:sldChg>
      <pc:sldChg chg="modSp add">
        <pc:chgData name="Mona Taghavi" userId="cdd0f8e6-fa0c-4861-85ac-fabaa218fd0b" providerId="ADAL" clId="{AEF945AC-3A17-4C6A-B28E-87D4CF4737DE}" dt="2024-11-07T06:28:35.696" v="112" actId="20577"/>
        <pc:sldMkLst>
          <pc:docMk/>
          <pc:sldMk cId="771248901" sldId="441"/>
        </pc:sldMkLst>
        <pc:spChg chg="mod">
          <ac:chgData name="Mona Taghavi" userId="cdd0f8e6-fa0c-4861-85ac-fabaa218fd0b" providerId="ADAL" clId="{AEF945AC-3A17-4C6A-B28E-87D4CF4737DE}" dt="2024-11-07T06:28:35.696" v="112" actId="20577"/>
          <ac:spMkLst>
            <pc:docMk/>
            <pc:sldMk cId="771248901" sldId="441"/>
            <ac:spMk id="5" creationId="{C9A4FB85-8BB2-4FC6-831B-ECDBABDEC00C}"/>
          </ac:spMkLst>
        </pc:spChg>
      </pc:sldChg>
      <pc:sldChg chg="del modNotesTx">
        <pc:chgData name="Mona Taghavi" userId="cdd0f8e6-fa0c-4861-85ac-fabaa218fd0b" providerId="ADAL" clId="{AEF945AC-3A17-4C6A-B28E-87D4CF4737DE}" dt="2024-11-14T15:33:43.891" v="284" actId="20577"/>
        <pc:sldMkLst>
          <pc:docMk/>
          <pc:sldMk cId="150500119" sldId="514"/>
        </pc:sldMkLst>
      </pc:sldChg>
      <pc:sldChg chg="del modNotesTx">
        <pc:chgData name="Mona Taghavi" userId="cdd0f8e6-fa0c-4861-85ac-fabaa218fd0b" providerId="ADAL" clId="{AEF945AC-3A17-4C6A-B28E-87D4CF4737DE}" dt="2024-11-14T15:33:52.364" v="285" actId="20577"/>
        <pc:sldMkLst>
          <pc:docMk/>
          <pc:sldMk cId="2795054945" sldId="515"/>
        </pc:sldMkLst>
      </pc:sldChg>
      <pc:sldChg chg="del modNotesTx">
        <pc:chgData name="Mona Taghavi" userId="cdd0f8e6-fa0c-4861-85ac-fabaa218fd0b" providerId="ADAL" clId="{AEF945AC-3A17-4C6A-B28E-87D4CF4737DE}" dt="2024-11-14T15:34:00.531" v="286" actId="20577"/>
        <pc:sldMkLst>
          <pc:docMk/>
          <pc:sldMk cId="4286446947" sldId="516"/>
        </pc:sldMkLst>
      </pc:sldChg>
      <pc:sldChg chg="del modNotesTx">
        <pc:chgData name="Mona Taghavi" userId="cdd0f8e6-fa0c-4861-85ac-fabaa218fd0b" providerId="ADAL" clId="{AEF945AC-3A17-4C6A-B28E-87D4CF4737DE}" dt="2024-11-14T15:34:07.473" v="287" actId="20577"/>
        <pc:sldMkLst>
          <pc:docMk/>
          <pc:sldMk cId="1765542599" sldId="517"/>
        </pc:sldMkLst>
      </pc:sldChg>
      <pc:sldChg chg="modSp del">
        <pc:chgData name="Mona Taghavi" userId="cdd0f8e6-fa0c-4861-85ac-fabaa218fd0b" providerId="ADAL" clId="{AEF945AC-3A17-4C6A-B28E-87D4CF4737DE}" dt="2024-11-07T06:47:44.093" v="120" actId="1076"/>
        <pc:sldMkLst>
          <pc:docMk/>
          <pc:sldMk cId="2459326743" sldId="518"/>
        </pc:sldMkLst>
        <pc:spChg chg="mod">
          <ac:chgData name="Mona Taghavi" userId="cdd0f8e6-fa0c-4861-85ac-fabaa218fd0b" providerId="ADAL" clId="{AEF945AC-3A17-4C6A-B28E-87D4CF4737DE}" dt="2024-11-07T06:47:44.093" v="120" actId="1076"/>
          <ac:spMkLst>
            <pc:docMk/>
            <pc:sldMk cId="2459326743" sldId="518"/>
            <ac:spMk id="3" creationId="{21979EBE-7B84-490E-800B-C9C056DEFC97}"/>
          </ac:spMkLst>
        </pc:spChg>
      </pc:sldChg>
      <pc:sldChg chg="modSp add">
        <pc:chgData name="Mona Taghavi" userId="cdd0f8e6-fa0c-4861-85ac-fabaa218fd0b" providerId="ADAL" clId="{AEF945AC-3A17-4C6A-B28E-87D4CF4737DE}" dt="2024-11-14T13:55:46.712" v="278" actId="20577"/>
        <pc:sldMkLst>
          <pc:docMk/>
          <pc:sldMk cId="3872566652" sldId="519"/>
        </pc:sldMkLst>
        <pc:spChg chg="mod">
          <ac:chgData name="Mona Taghavi" userId="cdd0f8e6-fa0c-4861-85ac-fabaa218fd0b" providerId="ADAL" clId="{AEF945AC-3A17-4C6A-B28E-87D4CF4737DE}" dt="2024-11-14T13:55:46.712" v="278" actId="20577"/>
          <ac:spMkLst>
            <pc:docMk/>
            <pc:sldMk cId="3872566652" sldId="519"/>
            <ac:spMk id="5" creationId="{C9A4FB85-8BB2-4FC6-831B-ECDBABDEC00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0" y="1"/>
            <a:ext cx="3005121" cy="460400"/>
          </a:xfrm>
          <a:prstGeom prst="rect">
            <a:avLst/>
          </a:prstGeom>
          <a:noFill/>
          <a:ln w="9525">
            <a:noFill/>
            <a:miter lim="800000"/>
            <a:headEnd/>
            <a:tailEnd/>
          </a:ln>
          <a:effectLst/>
        </p:spPr>
        <p:txBody>
          <a:bodyPr vert="horz" wrap="square" lIns="87316" tIns="43658" rIns="87316" bIns="43658" numCol="1" anchor="t" anchorCtr="0" compatLnSpc="1">
            <a:prstTxWarp prst="textNoShape">
              <a:avLst/>
            </a:prstTxWarp>
          </a:bodyPr>
          <a:lstStyle>
            <a:lvl1pPr>
              <a:defRPr sz="1100"/>
            </a:lvl1pPr>
          </a:lstStyle>
          <a:p>
            <a:endParaRPr lang="en-US"/>
          </a:p>
        </p:txBody>
      </p:sp>
      <p:sp>
        <p:nvSpPr>
          <p:cNvPr id="70659" name="Rectangle 3"/>
          <p:cNvSpPr>
            <a:spLocks noGrp="1" noChangeArrowheads="1"/>
          </p:cNvSpPr>
          <p:nvPr>
            <p:ph type="dt" sz="quarter" idx="1"/>
          </p:nvPr>
        </p:nvSpPr>
        <p:spPr bwMode="auto">
          <a:xfrm>
            <a:off x="3927574" y="1"/>
            <a:ext cx="3005121" cy="460400"/>
          </a:xfrm>
          <a:prstGeom prst="rect">
            <a:avLst/>
          </a:prstGeom>
          <a:noFill/>
          <a:ln w="9525">
            <a:noFill/>
            <a:miter lim="800000"/>
            <a:headEnd/>
            <a:tailEnd/>
          </a:ln>
          <a:effectLst/>
        </p:spPr>
        <p:txBody>
          <a:bodyPr vert="horz" wrap="square" lIns="87316" tIns="43658" rIns="87316" bIns="43658" numCol="1" anchor="t" anchorCtr="0" compatLnSpc="1">
            <a:prstTxWarp prst="textNoShape">
              <a:avLst/>
            </a:prstTxWarp>
          </a:bodyPr>
          <a:lstStyle>
            <a:lvl1pPr algn="r">
              <a:defRPr sz="1100"/>
            </a:lvl1pPr>
          </a:lstStyle>
          <a:p>
            <a:endParaRPr lang="en-US"/>
          </a:p>
        </p:txBody>
      </p:sp>
      <p:sp>
        <p:nvSpPr>
          <p:cNvPr id="70660" name="Rectangle 4"/>
          <p:cNvSpPr>
            <a:spLocks noGrp="1" noChangeArrowheads="1"/>
          </p:cNvSpPr>
          <p:nvPr>
            <p:ph type="ftr" sz="quarter" idx="2"/>
          </p:nvPr>
        </p:nvSpPr>
        <p:spPr bwMode="auto">
          <a:xfrm>
            <a:off x="0" y="8758276"/>
            <a:ext cx="3005121" cy="460400"/>
          </a:xfrm>
          <a:prstGeom prst="rect">
            <a:avLst/>
          </a:prstGeom>
          <a:noFill/>
          <a:ln w="9525">
            <a:noFill/>
            <a:miter lim="800000"/>
            <a:headEnd/>
            <a:tailEnd/>
          </a:ln>
          <a:effectLst/>
        </p:spPr>
        <p:txBody>
          <a:bodyPr vert="horz" wrap="square" lIns="87316" tIns="43658" rIns="87316" bIns="43658" numCol="1" anchor="b" anchorCtr="0" compatLnSpc="1">
            <a:prstTxWarp prst="textNoShape">
              <a:avLst/>
            </a:prstTxWarp>
          </a:bodyPr>
          <a:lstStyle>
            <a:lvl1pPr>
              <a:defRPr sz="1100"/>
            </a:lvl1pPr>
          </a:lstStyle>
          <a:p>
            <a:endParaRPr lang="en-US"/>
          </a:p>
        </p:txBody>
      </p:sp>
      <p:sp>
        <p:nvSpPr>
          <p:cNvPr id="70661" name="Rectangle 5"/>
          <p:cNvSpPr>
            <a:spLocks noGrp="1" noChangeArrowheads="1"/>
          </p:cNvSpPr>
          <p:nvPr>
            <p:ph type="sldNum" sz="quarter" idx="3"/>
          </p:nvPr>
        </p:nvSpPr>
        <p:spPr bwMode="auto">
          <a:xfrm>
            <a:off x="3927574" y="8758276"/>
            <a:ext cx="3005121" cy="460400"/>
          </a:xfrm>
          <a:prstGeom prst="rect">
            <a:avLst/>
          </a:prstGeom>
          <a:noFill/>
          <a:ln w="9525">
            <a:noFill/>
            <a:miter lim="800000"/>
            <a:headEnd/>
            <a:tailEnd/>
          </a:ln>
          <a:effectLst/>
        </p:spPr>
        <p:txBody>
          <a:bodyPr vert="horz" wrap="square" lIns="87316" tIns="43658" rIns="87316" bIns="43658" numCol="1" anchor="b" anchorCtr="0" compatLnSpc="1">
            <a:prstTxWarp prst="textNoShape">
              <a:avLst/>
            </a:prstTxWarp>
          </a:bodyPr>
          <a:lstStyle>
            <a:lvl1pPr algn="r">
              <a:defRPr sz="1100"/>
            </a:lvl1pPr>
          </a:lstStyle>
          <a:p>
            <a:fld id="{DD28354E-E48C-49CC-8370-7D038345486C}" type="slidenum">
              <a:rPr lang="en-US"/>
              <a:pPr/>
              <a:t>‹#›</a:t>
            </a:fld>
            <a:endParaRPr lang="en-US"/>
          </a:p>
        </p:txBody>
      </p:sp>
    </p:spTree>
    <p:extLst>
      <p:ext uri="{BB962C8B-B14F-4D97-AF65-F5344CB8AC3E}">
        <p14:creationId xmlns:p14="http://schemas.microsoft.com/office/powerpoint/2010/main" val="40903845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1"/>
            <a:ext cx="3005121" cy="460400"/>
          </a:xfrm>
          <a:prstGeom prst="rect">
            <a:avLst/>
          </a:prstGeom>
          <a:noFill/>
          <a:ln w="9525">
            <a:noFill/>
            <a:miter lim="800000"/>
            <a:headEnd/>
            <a:tailEnd/>
          </a:ln>
          <a:effectLst/>
        </p:spPr>
        <p:txBody>
          <a:bodyPr vert="horz" wrap="square" lIns="92302" tIns="46151" rIns="92302" bIns="46151" numCol="1" anchor="t" anchorCtr="0" compatLnSpc="1">
            <a:prstTxWarp prst="textNoShape">
              <a:avLst/>
            </a:prstTxWarp>
          </a:bodyPr>
          <a:lstStyle>
            <a:lvl1pPr defTabSz="923186">
              <a:defRPr sz="1200"/>
            </a:lvl1pPr>
          </a:lstStyle>
          <a:p>
            <a:endParaRPr lang="en-US"/>
          </a:p>
        </p:txBody>
      </p:sp>
      <p:sp>
        <p:nvSpPr>
          <p:cNvPr id="31747" name="Rectangle 3"/>
          <p:cNvSpPr>
            <a:spLocks noGrp="1" noChangeArrowheads="1"/>
          </p:cNvSpPr>
          <p:nvPr>
            <p:ph type="dt" idx="1"/>
          </p:nvPr>
        </p:nvSpPr>
        <p:spPr bwMode="auto">
          <a:xfrm>
            <a:off x="3927574" y="1"/>
            <a:ext cx="3005121" cy="460400"/>
          </a:xfrm>
          <a:prstGeom prst="rect">
            <a:avLst/>
          </a:prstGeom>
          <a:noFill/>
          <a:ln w="9525">
            <a:noFill/>
            <a:miter lim="800000"/>
            <a:headEnd/>
            <a:tailEnd/>
          </a:ln>
          <a:effectLst/>
        </p:spPr>
        <p:txBody>
          <a:bodyPr vert="horz" wrap="square" lIns="92302" tIns="46151" rIns="92302" bIns="46151" numCol="1" anchor="t" anchorCtr="0" compatLnSpc="1">
            <a:prstTxWarp prst="textNoShape">
              <a:avLst/>
            </a:prstTxWarp>
          </a:bodyPr>
          <a:lstStyle>
            <a:lvl1pPr algn="r" defTabSz="923186">
              <a:defRPr sz="1200"/>
            </a:lvl1pPr>
          </a:lstStyle>
          <a:p>
            <a:endParaRPr lang="en-US"/>
          </a:p>
        </p:txBody>
      </p:sp>
      <p:sp>
        <p:nvSpPr>
          <p:cNvPr id="31748" name="Rectangle 4"/>
          <p:cNvSpPr>
            <a:spLocks noGrp="1" noRot="1" noChangeAspect="1" noChangeArrowheads="1" noTextEdit="1"/>
          </p:cNvSpPr>
          <p:nvPr>
            <p:ph type="sldImg" idx="2"/>
          </p:nvPr>
        </p:nvSpPr>
        <p:spPr bwMode="auto">
          <a:xfrm>
            <a:off x="393700" y="692150"/>
            <a:ext cx="6146800" cy="3457575"/>
          </a:xfrm>
          <a:prstGeom prst="rect">
            <a:avLst/>
          </a:prstGeom>
          <a:noFill/>
          <a:ln w="9525">
            <a:solidFill>
              <a:srgbClr val="000000"/>
            </a:solidFill>
            <a:miter lim="800000"/>
            <a:headEnd/>
            <a:tailEnd/>
          </a:ln>
          <a:effectLst/>
        </p:spPr>
      </p:sp>
      <p:sp>
        <p:nvSpPr>
          <p:cNvPr id="31749" name="Rectangle 5"/>
          <p:cNvSpPr>
            <a:spLocks noGrp="1" noChangeArrowheads="1"/>
          </p:cNvSpPr>
          <p:nvPr>
            <p:ph type="body" sz="quarter" idx="3"/>
          </p:nvPr>
        </p:nvSpPr>
        <p:spPr bwMode="auto">
          <a:xfrm>
            <a:off x="693722" y="4379901"/>
            <a:ext cx="5546758" cy="4148175"/>
          </a:xfrm>
          <a:prstGeom prst="rect">
            <a:avLst/>
          </a:prstGeom>
          <a:noFill/>
          <a:ln w="9525">
            <a:noFill/>
            <a:miter lim="800000"/>
            <a:headEnd/>
            <a:tailEnd/>
          </a:ln>
          <a:effectLst/>
        </p:spPr>
        <p:txBody>
          <a:bodyPr vert="horz" wrap="square" lIns="92302" tIns="46151" rIns="92302" bIns="4615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750" name="Rectangle 6"/>
          <p:cNvSpPr>
            <a:spLocks noGrp="1" noChangeArrowheads="1"/>
          </p:cNvSpPr>
          <p:nvPr>
            <p:ph type="ftr" sz="quarter" idx="4"/>
          </p:nvPr>
        </p:nvSpPr>
        <p:spPr bwMode="auto">
          <a:xfrm>
            <a:off x="0" y="8758276"/>
            <a:ext cx="3005121" cy="460400"/>
          </a:xfrm>
          <a:prstGeom prst="rect">
            <a:avLst/>
          </a:prstGeom>
          <a:noFill/>
          <a:ln w="9525">
            <a:noFill/>
            <a:miter lim="800000"/>
            <a:headEnd/>
            <a:tailEnd/>
          </a:ln>
          <a:effectLst/>
        </p:spPr>
        <p:txBody>
          <a:bodyPr vert="horz" wrap="square" lIns="92302" tIns="46151" rIns="92302" bIns="46151" numCol="1" anchor="b" anchorCtr="0" compatLnSpc="1">
            <a:prstTxWarp prst="textNoShape">
              <a:avLst/>
            </a:prstTxWarp>
          </a:bodyPr>
          <a:lstStyle>
            <a:lvl1pPr defTabSz="923186">
              <a:defRPr sz="1200"/>
            </a:lvl1pPr>
          </a:lstStyle>
          <a:p>
            <a:endParaRPr lang="en-US"/>
          </a:p>
        </p:txBody>
      </p:sp>
      <p:sp>
        <p:nvSpPr>
          <p:cNvPr id="31751" name="Rectangle 7"/>
          <p:cNvSpPr>
            <a:spLocks noGrp="1" noChangeArrowheads="1"/>
          </p:cNvSpPr>
          <p:nvPr>
            <p:ph type="sldNum" sz="quarter" idx="5"/>
          </p:nvPr>
        </p:nvSpPr>
        <p:spPr bwMode="auto">
          <a:xfrm>
            <a:off x="3927574" y="8758276"/>
            <a:ext cx="3005121" cy="460400"/>
          </a:xfrm>
          <a:prstGeom prst="rect">
            <a:avLst/>
          </a:prstGeom>
          <a:noFill/>
          <a:ln w="9525">
            <a:noFill/>
            <a:miter lim="800000"/>
            <a:headEnd/>
            <a:tailEnd/>
          </a:ln>
          <a:effectLst/>
        </p:spPr>
        <p:txBody>
          <a:bodyPr vert="horz" wrap="square" lIns="92302" tIns="46151" rIns="92302" bIns="46151" numCol="1" anchor="b" anchorCtr="0" compatLnSpc="1">
            <a:prstTxWarp prst="textNoShape">
              <a:avLst/>
            </a:prstTxWarp>
          </a:bodyPr>
          <a:lstStyle>
            <a:lvl1pPr algn="r" defTabSz="923186">
              <a:defRPr sz="1200"/>
            </a:lvl1pPr>
          </a:lstStyle>
          <a:p>
            <a:fld id="{87F161E8-846D-4747-B53A-F633A57CCB41}" type="slidenum">
              <a:rPr lang="en-US"/>
              <a:pPr/>
              <a:t>‹#›</a:t>
            </a:fld>
            <a:endParaRPr lang="en-US"/>
          </a:p>
        </p:txBody>
      </p:sp>
    </p:spTree>
    <p:extLst>
      <p:ext uri="{BB962C8B-B14F-4D97-AF65-F5344CB8AC3E}">
        <p14:creationId xmlns:p14="http://schemas.microsoft.com/office/powerpoint/2010/main" val="323901115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1</a:t>
            </a:fld>
            <a:endParaRPr lang="en-US"/>
          </a:p>
        </p:txBody>
      </p:sp>
    </p:spTree>
    <p:extLst>
      <p:ext uri="{BB962C8B-B14F-4D97-AF65-F5344CB8AC3E}">
        <p14:creationId xmlns:p14="http://schemas.microsoft.com/office/powerpoint/2010/main" val="1163259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3</a:t>
            </a:fld>
            <a:endParaRPr lang="en-US"/>
          </a:p>
        </p:txBody>
      </p:sp>
    </p:spTree>
    <p:extLst>
      <p:ext uri="{BB962C8B-B14F-4D97-AF65-F5344CB8AC3E}">
        <p14:creationId xmlns:p14="http://schemas.microsoft.com/office/powerpoint/2010/main" val="692644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4</a:t>
            </a:fld>
            <a:endParaRPr lang="en-US"/>
          </a:p>
        </p:txBody>
      </p:sp>
    </p:spTree>
    <p:extLst>
      <p:ext uri="{BB962C8B-B14F-4D97-AF65-F5344CB8AC3E}">
        <p14:creationId xmlns:p14="http://schemas.microsoft.com/office/powerpoint/2010/main" val="8081450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5</a:t>
            </a:fld>
            <a:endParaRPr lang="en-US"/>
          </a:p>
        </p:txBody>
      </p:sp>
    </p:spTree>
    <p:extLst>
      <p:ext uri="{BB962C8B-B14F-4D97-AF65-F5344CB8AC3E}">
        <p14:creationId xmlns:p14="http://schemas.microsoft.com/office/powerpoint/2010/main" val="1443241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6</a:t>
            </a:fld>
            <a:endParaRPr lang="en-US"/>
          </a:p>
        </p:txBody>
      </p:sp>
    </p:spTree>
    <p:extLst>
      <p:ext uri="{BB962C8B-B14F-4D97-AF65-F5344CB8AC3E}">
        <p14:creationId xmlns:p14="http://schemas.microsoft.com/office/powerpoint/2010/main" val="318891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F161E8-846D-4747-B53A-F633A57CCB41}" type="slidenum">
              <a:rPr lang="en-US" smtClean="0"/>
              <a:pPr/>
              <a:t>7</a:t>
            </a:fld>
            <a:endParaRPr lang="en-US"/>
          </a:p>
        </p:txBody>
      </p:sp>
    </p:spTree>
    <p:extLst>
      <p:ext uri="{BB962C8B-B14F-4D97-AF65-F5344CB8AC3E}">
        <p14:creationId xmlns:p14="http://schemas.microsoft.com/office/powerpoint/2010/main" val="1512336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A7DEB1-D7C8-3B49-8A71-75AFCE089D88}" type="slidenum">
              <a:rPr lang="en-US" smtClean="0"/>
              <a:t>15</a:t>
            </a:fld>
            <a:endParaRPr lang="en-US"/>
          </a:p>
        </p:txBody>
      </p:sp>
    </p:spTree>
    <p:extLst>
      <p:ext uri="{BB962C8B-B14F-4D97-AF65-F5344CB8AC3E}">
        <p14:creationId xmlns:p14="http://schemas.microsoft.com/office/powerpoint/2010/main" val="1814437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6EF5E0-C2FA-5142-86EE-14490FC049AF}" type="slidenum">
              <a:rPr lang="en-US" smtClean="0">
                <a:solidFill>
                  <a:prstClr val="black"/>
                </a:solidFill>
                <a:latin typeface="Calibri"/>
              </a:rPr>
              <a:pPr/>
              <a:t>17</a:t>
            </a:fld>
            <a:endParaRPr lang="en-US">
              <a:solidFill>
                <a:prstClr val="black"/>
              </a:solidFill>
              <a:latin typeface="Calibri"/>
            </a:endParaRPr>
          </a:p>
        </p:txBody>
      </p:sp>
    </p:spTree>
    <p:extLst>
      <p:ext uri="{BB962C8B-B14F-4D97-AF65-F5344CB8AC3E}">
        <p14:creationId xmlns:p14="http://schemas.microsoft.com/office/powerpoint/2010/main" val="3862926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6EF5E0-C2FA-5142-86EE-14490FC049AF}" type="slidenum">
              <a:rPr lang="en-US" smtClean="0">
                <a:solidFill>
                  <a:prstClr val="black"/>
                </a:solidFill>
                <a:latin typeface="Calibri"/>
              </a:rPr>
              <a:pPr/>
              <a:t>18</a:t>
            </a:fld>
            <a:endParaRPr lang="en-US">
              <a:solidFill>
                <a:prstClr val="black"/>
              </a:solidFill>
              <a:latin typeface="Calibri"/>
            </a:endParaRPr>
          </a:p>
        </p:txBody>
      </p:sp>
    </p:spTree>
    <p:extLst>
      <p:ext uri="{BB962C8B-B14F-4D97-AF65-F5344CB8AC3E}">
        <p14:creationId xmlns:p14="http://schemas.microsoft.com/office/powerpoint/2010/main" val="2539881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6EF5E0-C2FA-5142-86EE-14490FC049AF}" type="slidenum">
              <a:rPr lang="en-US" smtClean="0">
                <a:solidFill>
                  <a:prstClr val="black"/>
                </a:solidFill>
                <a:latin typeface="Calibri"/>
              </a:rPr>
              <a:pPr/>
              <a:t>19</a:t>
            </a:fld>
            <a:endParaRPr lang="en-US">
              <a:solidFill>
                <a:prstClr val="black"/>
              </a:solidFill>
              <a:latin typeface="Calibri"/>
            </a:endParaRPr>
          </a:p>
        </p:txBody>
      </p:sp>
    </p:spTree>
    <p:extLst>
      <p:ext uri="{BB962C8B-B14F-4D97-AF65-F5344CB8AC3E}">
        <p14:creationId xmlns:p14="http://schemas.microsoft.com/office/powerpoint/2010/main" val="30361047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6EF5E0-C2FA-5142-86EE-14490FC049AF}" type="slidenum">
              <a:rPr lang="en-US" smtClean="0">
                <a:solidFill>
                  <a:prstClr val="black"/>
                </a:solidFill>
                <a:latin typeface="Calibri"/>
              </a:rPr>
              <a:pPr/>
              <a:t>20</a:t>
            </a:fld>
            <a:endParaRPr lang="en-US">
              <a:solidFill>
                <a:prstClr val="black"/>
              </a:solidFill>
              <a:latin typeface="Calibri"/>
            </a:endParaRPr>
          </a:p>
        </p:txBody>
      </p:sp>
    </p:spTree>
    <p:extLst>
      <p:ext uri="{BB962C8B-B14F-4D97-AF65-F5344CB8AC3E}">
        <p14:creationId xmlns:p14="http://schemas.microsoft.com/office/powerpoint/2010/main" val="1794944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6EF5E0-C2FA-5142-86EE-14490FC049AF}" type="slidenum">
              <a:rPr lang="en-US" smtClean="0">
                <a:solidFill>
                  <a:prstClr val="black"/>
                </a:solidFill>
                <a:latin typeface="Calibri"/>
              </a:rPr>
              <a:pPr/>
              <a:t>21</a:t>
            </a:fld>
            <a:endParaRPr lang="en-US">
              <a:solidFill>
                <a:prstClr val="black"/>
              </a:solidFill>
              <a:latin typeface="Calibri"/>
            </a:endParaRPr>
          </a:p>
        </p:txBody>
      </p:sp>
    </p:spTree>
    <p:extLst>
      <p:ext uri="{BB962C8B-B14F-4D97-AF65-F5344CB8AC3E}">
        <p14:creationId xmlns:p14="http://schemas.microsoft.com/office/powerpoint/2010/main" val="40109288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246BF88E-A7F8-418B-9716-2BB79EBBEA29}"/>
              </a:ext>
            </a:extLst>
          </p:cNvPr>
          <p:cNvSpPr txBox="1">
            <a:spLocks noGrp="1" noChangeArrowheads="1"/>
          </p:cNvSpPr>
          <p:nvPr/>
        </p:nvSpPr>
        <p:spPr bwMode="auto">
          <a:xfrm>
            <a:off x="4143375" y="9120188"/>
            <a:ext cx="31702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a:fld id="{4D08F550-B937-442C-8223-5EE74963288E}" type="slidenum">
              <a:rPr lang="en-US" altLang="en-US" sz="1300"/>
              <a:pPr algn="r"/>
              <a:t>22</a:t>
            </a:fld>
            <a:endParaRPr lang="en-US" altLang="en-US" sz="1300"/>
          </a:p>
        </p:txBody>
      </p:sp>
      <p:sp>
        <p:nvSpPr>
          <p:cNvPr id="123907" name="Rectangle 2">
            <a:extLst>
              <a:ext uri="{FF2B5EF4-FFF2-40B4-BE49-F238E27FC236}">
                <a16:creationId xmlns:a16="http://schemas.microsoft.com/office/drawing/2014/main" id="{AED406DF-D4A9-4086-AE08-BEFAC608111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8" name="Rectangle 3">
            <a:extLst>
              <a:ext uri="{FF2B5EF4-FFF2-40B4-BE49-F238E27FC236}">
                <a16:creationId xmlns:a16="http://schemas.microsoft.com/office/drawing/2014/main" id="{30034313-005B-40D6-A465-27D90E98DDA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41300" indent="-241300">
              <a:spcBef>
                <a:spcPct val="0"/>
              </a:spcBef>
              <a:buFontTx/>
              <a:buAutoNum type="arabicPeriod"/>
            </a:pPr>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246BF88E-A7F8-418B-9716-2BB79EBBEA29}"/>
              </a:ext>
            </a:extLst>
          </p:cNvPr>
          <p:cNvSpPr txBox="1">
            <a:spLocks noGrp="1" noChangeArrowheads="1"/>
          </p:cNvSpPr>
          <p:nvPr/>
        </p:nvSpPr>
        <p:spPr bwMode="auto">
          <a:xfrm>
            <a:off x="4143375" y="9120188"/>
            <a:ext cx="31702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a:fld id="{4D08F550-B937-442C-8223-5EE74963288E}" type="slidenum">
              <a:rPr lang="en-US" altLang="en-US" sz="1300"/>
              <a:pPr algn="r"/>
              <a:t>23</a:t>
            </a:fld>
            <a:endParaRPr lang="en-US" altLang="en-US" sz="1300"/>
          </a:p>
        </p:txBody>
      </p:sp>
      <p:sp>
        <p:nvSpPr>
          <p:cNvPr id="123907" name="Rectangle 2">
            <a:extLst>
              <a:ext uri="{FF2B5EF4-FFF2-40B4-BE49-F238E27FC236}">
                <a16:creationId xmlns:a16="http://schemas.microsoft.com/office/drawing/2014/main" id="{AED406DF-D4A9-4086-AE08-BEFAC608111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8" name="Rectangle 3">
            <a:extLst>
              <a:ext uri="{FF2B5EF4-FFF2-40B4-BE49-F238E27FC236}">
                <a16:creationId xmlns:a16="http://schemas.microsoft.com/office/drawing/2014/main" id="{30034313-005B-40D6-A465-27D90E98DDA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41300" indent="-241300">
              <a:spcBef>
                <a:spcPct val="0"/>
              </a:spcBef>
              <a:buFontTx/>
              <a:buAutoNum type="arabicPeriod"/>
            </a:pPr>
            <a:endParaRPr lang="en-US" altLang="en-US" dirty="0"/>
          </a:p>
        </p:txBody>
      </p:sp>
    </p:spTree>
    <p:extLst>
      <p:ext uri="{BB962C8B-B14F-4D97-AF65-F5344CB8AC3E}">
        <p14:creationId xmlns:p14="http://schemas.microsoft.com/office/powerpoint/2010/main" val="24211496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246BF88E-A7F8-418B-9716-2BB79EBBEA29}"/>
              </a:ext>
            </a:extLst>
          </p:cNvPr>
          <p:cNvSpPr txBox="1">
            <a:spLocks noGrp="1" noChangeArrowheads="1"/>
          </p:cNvSpPr>
          <p:nvPr/>
        </p:nvSpPr>
        <p:spPr bwMode="auto">
          <a:xfrm>
            <a:off x="4143375" y="9120188"/>
            <a:ext cx="31702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a:fld id="{4D08F550-B937-442C-8223-5EE74963288E}" type="slidenum">
              <a:rPr lang="en-US" altLang="en-US" sz="1300"/>
              <a:pPr algn="r"/>
              <a:t>24</a:t>
            </a:fld>
            <a:endParaRPr lang="en-US" altLang="en-US" sz="1300"/>
          </a:p>
        </p:txBody>
      </p:sp>
      <p:sp>
        <p:nvSpPr>
          <p:cNvPr id="123907" name="Rectangle 2">
            <a:extLst>
              <a:ext uri="{FF2B5EF4-FFF2-40B4-BE49-F238E27FC236}">
                <a16:creationId xmlns:a16="http://schemas.microsoft.com/office/drawing/2014/main" id="{AED406DF-D4A9-4086-AE08-BEFAC608111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8" name="Rectangle 3">
            <a:extLst>
              <a:ext uri="{FF2B5EF4-FFF2-40B4-BE49-F238E27FC236}">
                <a16:creationId xmlns:a16="http://schemas.microsoft.com/office/drawing/2014/main" id="{30034313-005B-40D6-A465-27D90E98DDA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41300" indent="-241300">
              <a:spcBef>
                <a:spcPct val="0"/>
              </a:spcBef>
              <a:buFontTx/>
              <a:buAutoNum type="arabicPeriod"/>
            </a:pPr>
            <a:endParaRPr lang="en-US" altLang="en-US" dirty="0"/>
          </a:p>
        </p:txBody>
      </p:sp>
    </p:spTree>
    <p:extLst>
      <p:ext uri="{BB962C8B-B14F-4D97-AF65-F5344CB8AC3E}">
        <p14:creationId xmlns:p14="http://schemas.microsoft.com/office/powerpoint/2010/main" val="26091411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246BF88E-A7F8-418B-9716-2BB79EBBEA29}"/>
              </a:ext>
            </a:extLst>
          </p:cNvPr>
          <p:cNvSpPr txBox="1">
            <a:spLocks noGrp="1" noChangeArrowheads="1"/>
          </p:cNvSpPr>
          <p:nvPr/>
        </p:nvSpPr>
        <p:spPr bwMode="auto">
          <a:xfrm>
            <a:off x="4143375" y="9120188"/>
            <a:ext cx="31702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a:fld id="{4D08F550-B937-442C-8223-5EE74963288E}" type="slidenum">
              <a:rPr lang="en-US" altLang="en-US" sz="1300"/>
              <a:pPr algn="r"/>
              <a:t>25</a:t>
            </a:fld>
            <a:endParaRPr lang="en-US" altLang="en-US" sz="1300"/>
          </a:p>
        </p:txBody>
      </p:sp>
      <p:sp>
        <p:nvSpPr>
          <p:cNvPr id="123907" name="Rectangle 2">
            <a:extLst>
              <a:ext uri="{FF2B5EF4-FFF2-40B4-BE49-F238E27FC236}">
                <a16:creationId xmlns:a16="http://schemas.microsoft.com/office/drawing/2014/main" id="{AED406DF-D4A9-4086-AE08-BEFAC608111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8" name="Rectangle 3">
            <a:extLst>
              <a:ext uri="{FF2B5EF4-FFF2-40B4-BE49-F238E27FC236}">
                <a16:creationId xmlns:a16="http://schemas.microsoft.com/office/drawing/2014/main" id="{30034313-005B-40D6-A465-27D90E98DDA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41300" indent="-241300">
              <a:spcBef>
                <a:spcPct val="0"/>
              </a:spcBef>
              <a:buFontTx/>
              <a:buAutoNum type="arabicPeriod"/>
            </a:pPr>
            <a:endParaRPr lang="en-US" altLang="en-US" dirty="0"/>
          </a:p>
        </p:txBody>
      </p:sp>
    </p:spTree>
    <p:extLst>
      <p:ext uri="{BB962C8B-B14F-4D97-AF65-F5344CB8AC3E}">
        <p14:creationId xmlns:p14="http://schemas.microsoft.com/office/powerpoint/2010/main" val="31747510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246BF88E-A7F8-418B-9716-2BB79EBBEA29}"/>
              </a:ext>
            </a:extLst>
          </p:cNvPr>
          <p:cNvSpPr txBox="1">
            <a:spLocks noGrp="1" noChangeArrowheads="1"/>
          </p:cNvSpPr>
          <p:nvPr/>
        </p:nvSpPr>
        <p:spPr bwMode="auto">
          <a:xfrm>
            <a:off x="4143375" y="9120188"/>
            <a:ext cx="31702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a:fld id="{4D08F550-B937-442C-8223-5EE74963288E}" type="slidenum">
              <a:rPr lang="en-US" altLang="en-US" sz="1300"/>
              <a:pPr algn="r"/>
              <a:t>26</a:t>
            </a:fld>
            <a:endParaRPr lang="en-US" altLang="en-US" sz="1300"/>
          </a:p>
        </p:txBody>
      </p:sp>
      <p:sp>
        <p:nvSpPr>
          <p:cNvPr id="123907" name="Rectangle 2">
            <a:extLst>
              <a:ext uri="{FF2B5EF4-FFF2-40B4-BE49-F238E27FC236}">
                <a16:creationId xmlns:a16="http://schemas.microsoft.com/office/drawing/2014/main" id="{AED406DF-D4A9-4086-AE08-BEFAC608111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8" name="Rectangle 3">
            <a:extLst>
              <a:ext uri="{FF2B5EF4-FFF2-40B4-BE49-F238E27FC236}">
                <a16:creationId xmlns:a16="http://schemas.microsoft.com/office/drawing/2014/main" id="{30034313-005B-40D6-A465-27D90E98DDA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41300" indent="-241300">
              <a:spcBef>
                <a:spcPct val="0"/>
              </a:spcBef>
              <a:buFontTx/>
              <a:buAutoNum type="arabicPeriod"/>
            </a:pPr>
            <a:endParaRPr lang="en-US" altLang="en-US" dirty="0"/>
          </a:p>
        </p:txBody>
      </p:sp>
    </p:spTree>
    <p:extLst>
      <p:ext uri="{BB962C8B-B14F-4D97-AF65-F5344CB8AC3E}">
        <p14:creationId xmlns:p14="http://schemas.microsoft.com/office/powerpoint/2010/main" val="35045366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a:extLst>
              <a:ext uri="{FF2B5EF4-FFF2-40B4-BE49-F238E27FC236}">
                <a16:creationId xmlns:a16="http://schemas.microsoft.com/office/drawing/2014/main" id="{B80F9CCD-41DF-45DE-A20E-F2C64C7A2D83}"/>
              </a:ext>
            </a:extLst>
          </p:cNvPr>
          <p:cNvSpPr txBox="1">
            <a:spLocks noGrp="1" noChangeArrowheads="1"/>
          </p:cNvSpPr>
          <p:nvPr/>
        </p:nvSpPr>
        <p:spPr bwMode="auto">
          <a:xfrm>
            <a:off x="4143375" y="9120188"/>
            <a:ext cx="31702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a:fld id="{D39E90CF-BB3D-4261-9A61-4A96E812C6F0}" type="slidenum">
              <a:rPr lang="en-US" altLang="en-US" sz="1300"/>
              <a:pPr algn="r"/>
              <a:t>27</a:t>
            </a:fld>
            <a:endParaRPr lang="en-US" altLang="en-US" sz="1300"/>
          </a:p>
        </p:txBody>
      </p:sp>
      <p:sp>
        <p:nvSpPr>
          <p:cNvPr id="161795" name="Rectangle 2">
            <a:extLst>
              <a:ext uri="{FF2B5EF4-FFF2-40B4-BE49-F238E27FC236}">
                <a16:creationId xmlns:a16="http://schemas.microsoft.com/office/drawing/2014/main" id="{1C50449F-C069-4FD3-AD54-385C1C2212A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1796" name="Rectangle 3">
            <a:extLst>
              <a:ext uri="{FF2B5EF4-FFF2-40B4-BE49-F238E27FC236}">
                <a16:creationId xmlns:a16="http://schemas.microsoft.com/office/drawing/2014/main" id="{9FFE595F-067E-4617-B2E9-7B51E03A273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41300" indent="-241300">
              <a:spcBef>
                <a:spcPct val="0"/>
              </a:spcBef>
              <a:buFontTx/>
              <a:buAutoNum type="arabicPeriod"/>
            </a:pPr>
            <a:endParaRPr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a:extLst>
              <a:ext uri="{FF2B5EF4-FFF2-40B4-BE49-F238E27FC236}">
                <a16:creationId xmlns:a16="http://schemas.microsoft.com/office/drawing/2014/main" id="{D44C8BD7-7775-48D0-88E1-3F4F897C4C04}"/>
              </a:ext>
            </a:extLst>
          </p:cNvPr>
          <p:cNvSpPr txBox="1">
            <a:spLocks noGrp="1" noChangeArrowheads="1"/>
          </p:cNvSpPr>
          <p:nvPr/>
        </p:nvSpPr>
        <p:spPr bwMode="auto">
          <a:xfrm>
            <a:off x="4143375" y="9120188"/>
            <a:ext cx="31702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a:fld id="{336C58DE-CBFD-4077-A774-C21CAC1972EF}" type="slidenum">
              <a:rPr lang="en-US" altLang="en-US" sz="1300"/>
              <a:pPr algn="r"/>
              <a:t>28</a:t>
            </a:fld>
            <a:endParaRPr lang="en-US" altLang="en-US" sz="1300"/>
          </a:p>
        </p:txBody>
      </p:sp>
      <p:sp>
        <p:nvSpPr>
          <p:cNvPr id="149507" name="Rectangle 2">
            <a:extLst>
              <a:ext uri="{FF2B5EF4-FFF2-40B4-BE49-F238E27FC236}">
                <a16:creationId xmlns:a16="http://schemas.microsoft.com/office/drawing/2014/main" id="{27BF9554-166C-47D6-A257-991433FE728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9508" name="Rectangle 3">
            <a:extLst>
              <a:ext uri="{FF2B5EF4-FFF2-40B4-BE49-F238E27FC236}">
                <a16:creationId xmlns:a16="http://schemas.microsoft.com/office/drawing/2014/main" id="{839692C2-74F2-4390-898F-B368C9FD0D4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41300" indent="-241300">
              <a:spcBef>
                <a:spcPct val="0"/>
              </a:spcBef>
              <a:buFontTx/>
              <a:buAutoNum type="arabicPeriod"/>
            </a:pPr>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sp>
        <p:nvSpPr>
          <p:cNvPr id="5" name="Rectangle 4"/>
          <p:cNvSpPr/>
          <p:nvPr userDrawn="1"/>
        </p:nvSpPr>
        <p:spPr>
          <a:xfrm>
            <a:off x="11049000" y="6400800"/>
            <a:ext cx="914400" cy="381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Picture 5">
            <a:extLst>
              <a:ext uri="{FF2B5EF4-FFF2-40B4-BE49-F238E27FC236}">
                <a16:creationId xmlns:a16="http://schemas.microsoft.com/office/drawing/2014/main" id="{653468EA-74BA-7E40-BA51-C1DD4585DF5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654"/>
            <a:ext cx="12192000" cy="6854691"/>
          </a:xfrm>
          <a:prstGeom prst="rect">
            <a:avLst/>
          </a:prstGeom>
        </p:spPr>
      </p:pic>
      <p:sp>
        <p:nvSpPr>
          <p:cNvPr id="2" name="Title 1"/>
          <p:cNvSpPr>
            <a:spLocks noGrp="1"/>
          </p:cNvSpPr>
          <p:nvPr>
            <p:ph type="title" hasCustomPrompt="1"/>
          </p:nvPr>
        </p:nvSpPr>
        <p:spPr>
          <a:xfrm>
            <a:off x="0" y="-24384"/>
            <a:ext cx="9372600" cy="5053584"/>
          </a:xfrm>
          <a:noFill/>
        </p:spPr>
        <p:txBody>
          <a:bodyPr/>
          <a:lstStyle/>
          <a:p>
            <a:pPr lvl="0"/>
            <a:r>
              <a:rPr lang="en-US" dirty="0"/>
              <a:t>Click </a:t>
            </a:r>
            <a:r>
              <a:rPr lang="en-US" sz="3600" b="1" dirty="0" err="1">
                <a:solidFill>
                  <a:schemeClr val="tx1"/>
                </a:solidFill>
                <a:latin typeface="+mj-lt"/>
              </a:rPr>
              <a:t>Click</a:t>
            </a:r>
            <a:r>
              <a:rPr lang="en-US" sz="3600" b="1" dirty="0">
                <a:solidFill>
                  <a:schemeClr val="tx1"/>
                </a:solidFill>
                <a:latin typeface="+mj-lt"/>
              </a:rPr>
              <a:t> and type the Course Title</a:t>
            </a:r>
            <a:br>
              <a:rPr lang="en-US" sz="3600" b="1" dirty="0">
                <a:solidFill>
                  <a:schemeClr val="tx1"/>
                </a:solidFill>
                <a:latin typeface="+mj-lt"/>
              </a:rPr>
            </a:br>
            <a:r>
              <a:rPr lang="en-US" sz="3600" b="1" dirty="0">
                <a:solidFill>
                  <a:schemeClr val="tx1"/>
                </a:solidFill>
                <a:latin typeface="+mj-lt"/>
              </a:rPr>
              <a:t>Course Number</a:t>
            </a:r>
            <a:br>
              <a:rPr lang="en-US" sz="3600" b="1" dirty="0">
                <a:solidFill>
                  <a:schemeClr val="tx1"/>
                </a:solidFill>
                <a:latin typeface="+mj-lt"/>
              </a:rPr>
            </a:br>
            <a:r>
              <a:rPr lang="en-US" sz="3600" b="1" dirty="0">
                <a:solidFill>
                  <a:schemeClr val="tx1"/>
                </a:solidFill>
                <a:latin typeface="+mj-lt"/>
              </a:rPr>
              <a:t>Session Title</a:t>
            </a:r>
            <a:br>
              <a:rPr lang="en-US" sz="3600" b="1" dirty="0">
                <a:solidFill>
                  <a:schemeClr val="tx1"/>
                </a:solidFill>
                <a:latin typeface="+mj-lt"/>
              </a:rPr>
            </a:br>
            <a:r>
              <a:rPr lang="en-US" sz="3600" b="1" dirty="0">
                <a:solidFill>
                  <a:schemeClr val="tx1"/>
                </a:solidFill>
                <a:latin typeface="+mj-lt"/>
              </a:rPr>
              <a:t>Instructor Name</a:t>
            </a:r>
          </a:p>
        </p:txBody>
      </p:sp>
    </p:spTree>
    <p:custDataLst>
      <p:tags r:id="rId1"/>
    </p:custDataLst>
    <p:extLst>
      <p:ext uri="{BB962C8B-B14F-4D97-AF65-F5344CB8AC3E}">
        <p14:creationId xmlns:p14="http://schemas.microsoft.com/office/powerpoint/2010/main" val="1819375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opic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9600" y="990600"/>
            <a:ext cx="10972800" cy="51355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Char char="•"/>
              <a:tabLst/>
              <a:defRPr baseline="0"/>
            </a:lvl1pPr>
          </a:lstStyle>
          <a:p>
            <a:pPr lvl="0"/>
            <a:r>
              <a:rPr lang="en-US" dirty="0"/>
              <a:t>Click and type text</a:t>
            </a:r>
          </a:p>
          <a:p>
            <a:pPr lvl="1"/>
            <a:r>
              <a:rPr lang="en-US" dirty="0"/>
              <a:t>Second level</a:t>
            </a:r>
          </a:p>
          <a:p>
            <a:pPr lvl="2"/>
            <a:r>
              <a:rPr lang="en-US" dirty="0"/>
              <a:t>Third level</a:t>
            </a:r>
          </a:p>
          <a:p>
            <a:pPr lvl="0"/>
            <a:endParaRPr lang="en-US" dirty="0"/>
          </a:p>
        </p:txBody>
      </p:sp>
      <p:sp>
        <p:nvSpPr>
          <p:cNvPr id="4"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1079258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 Sub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9600" y="2286001"/>
            <a:ext cx="10972800" cy="38401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Char char="•"/>
              <a:tabLst/>
              <a:defRPr baseline="0"/>
            </a:lvl1pPr>
          </a:lstStyle>
          <a:p>
            <a:pPr lvl="0"/>
            <a:r>
              <a:rPr lang="en-US" dirty="0"/>
              <a:t>Click and type text</a:t>
            </a:r>
          </a:p>
          <a:p>
            <a:pPr lvl="1"/>
            <a:r>
              <a:rPr lang="en-US" dirty="0"/>
              <a:t>Second level</a:t>
            </a:r>
          </a:p>
          <a:p>
            <a:pPr lvl="2"/>
            <a:r>
              <a:rPr lang="en-US" dirty="0"/>
              <a:t>Third level</a:t>
            </a:r>
          </a:p>
          <a:p>
            <a:pPr lvl="0"/>
            <a:endParaRPr lang="en-US" dirty="0"/>
          </a:p>
        </p:txBody>
      </p:sp>
      <p:sp>
        <p:nvSpPr>
          <p:cNvPr id="8" name="Text Placeholder 2"/>
          <p:cNvSpPr>
            <a:spLocks noGrp="1"/>
          </p:cNvSpPr>
          <p:nvPr>
            <p:ph type="body" idx="13" hasCustomPrompt="1"/>
          </p:nvPr>
        </p:nvSpPr>
        <p:spPr>
          <a:xfrm>
            <a:off x="508000" y="914400"/>
            <a:ext cx="10972800" cy="1143000"/>
          </a:xfrm>
          <a:prstGeom prst="rect">
            <a:avLst/>
          </a:prstGeom>
        </p:spPr>
        <p:txBody>
          <a:bodyPr anchor="t" anchorCtr="0">
            <a:normAutofit/>
          </a:bodyPr>
          <a:lstStyle>
            <a:lvl1pPr marL="0" indent="0" algn="l">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004764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_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766733" y="990600"/>
            <a:ext cx="6815667" cy="513556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and type text</a:t>
            </a:r>
          </a:p>
          <a:p>
            <a:pPr lvl="1"/>
            <a:r>
              <a:rPr lang="en-US" dirty="0"/>
              <a:t>Second level</a:t>
            </a:r>
          </a:p>
          <a:p>
            <a:pPr lvl="2"/>
            <a:r>
              <a:rPr lang="en-US" dirty="0"/>
              <a:t>Third level</a:t>
            </a:r>
          </a:p>
        </p:txBody>
      </p:sp>
      <p:sp>
        <p:nvSpPr>
          <p:cNvPr id="4" name="Text Placeholder 3"/>
          <p:cNvSpPr>
            <a:spLocks noGrp="1"/>
          </p:cNvSpPr>
          <p:nvPr>
            <p:ph type="body" sz="half" idx="2" hasCustomPrompt="1"/>
          </p:nvPr>
        </p:nvSpPr>
        <p:spPr>
          <a:xfrm>
            <a:off x="609601" y="990600"/>
            <a:ext cx="4011084" cy="5135563"/>
          </a:xfrm>
          <a:prstGeom prst="rect">
            <a:avLst/>
          </a:prstGeom>
        </p:spPr>
        <p:txBody>
          <a:bodyPr>
            <a:normAutofit/>
          </a:bodyPr>
          <a:lstStyle>
            <a:lvl1pPr marL="0" indent="0">
              <a:buNone/>
              <a:defRPr sz="2400"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caption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641215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_Content with Caption w Sub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766733" y="2362201"/>
            <a:ext cx="6815667" cy="3763963"/>
          </a:xfrm>
          <a:prstGeom prst="rect">
            <a:avLst/>
          </a:prstGeom>
        </p:spPr>
        <p:txBody>
          <a:bodyPr/>
          <a:lstStyle>
            <a:lvl1pPr>
              <a:defRPr sz="3200" baseline="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and type text</a:t>
            </a:r>
          </a:p>
          <a:p>
            <a:pPr lvl="1"/>
            <a:r>
              <a:rPr lang="en-US" dirty="0"/>
              <a:t>Second level</a:t>
            </a:r>
          </a:p>
          <a:p>
            <a:pPr lvl="2"/>
            <a:r>
              <a:rPr lang="en-US" dirty="0"/>
              <a:t>Third level</a:t>
            </a:r>
          </a:p>
        </p:txBody>
      </p:sp>
      <p:sp>
        <p:nvSpPr>
          <p:cNvPr id="4" name="Text Placeholder 3"/>
          <p:cNvSpPr>
            <a:spLocks noGrp="1"/>
          </p:cNvSpPr>
          <p:nvPr>
            <p:ph type="body" sz="half" idx="2" hasCustomPrompt="1"/>
          </p:nvPr>
        </p:nvSpPr>
        <p:spPr>
          <a:xfrm>
            <a:off x="609601" y="2362201"/>
            <a:ext cx="4011084" cy="3763963"/>
          </a:xfrm>
          <a:prstGeom prst="rect">
            <a:avLst/>
          </a:prstGeom>
        </p:spPr>
        <p:txBody>
          <a:bodyPr>
            <a:normAutofit/>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caption text</a:t>
            </a:r>
          </a:p>
        </p:txBody>
      </p:sp>
      <p:sp>
        <p:nvSpPr>
          <p:cNvPr id="8" name="Text Placeholder 2"/>
          <p:cNvSpPr>
            <a:spLocks noGrp="1"/>
          </p:cNvSpPr>
          <p:nvPr>
            <p:ph type="body" idx="13" hasCustomPrompt="1"/>
          </p:nvPr>
        </p:nvSpPr>
        <p:spPr>
          <a:xfrm>
            <a:off x="508000" y="914400"/>
            <a:ext cx="10972800" cy="1143000"/>
          </a:xfrm>
          <a:prstGeom prst="rect">
            <a:avLst/>
          </a:prstGeom>
        </p:spPr>
        <p:txBody>
          <a:bodyPr anchor="t" anchorCtr="0">
            <a:normAutofit/>
          </a:bodyPr>
          <a:lstStyle>
            <a:lvl1pPr marL="0" indent="0" algn="l">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6"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3002501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_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2438400" y="914400"/>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and add picture</a:t>
            </a:r>
            <a:endParaRPr lang="en-CA" dirty="0"/>
          </a:p>
        </p:txBody>
      </p:sp>
      <p:sp>
        <p:nvSpPr>
          <p:cNvPr id="4" name="Text Placeholder 3"/>
          <p:cNvSpPr>
            <a:spLocks noGrp="1"/>
          </p:cNvSpPr>
          <p:nvPr>
            <p:ph type="body" sz="half" idx="2" hasCustomPrompt="1"/>
          </p:nvPr>
        </p:nvSpPr>
        <p:spPr>
          <a:xfrm>
            <a:off x="711200" y="5367338"/>
            <a:ext cx="10668000" cy="804862"/>
          </a:xfrm>
          <a:prstGeom prst="rect">
            <a:avLst/>
          </a:prstGeom>
        </p:spPr>
        <p:txBody>
          <a:bodyPr>
            <a:normAutofit/>
          </a:bodyPr>
          <a:lstStyle>
            <a:lvl1pPr marL="0" indent="0">
              <a:buNone/>
              <a:defRPr sz="2400" baseline="0">
                <a:solidFill>
                  <a:srgbClr val="E43029"/>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628875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_Picture w subtitle">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2438400" y="2133600"/>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and add picture</a:t>
            </a:r>
            <a:endParaRPr lang="en-CA" dirty="0"/>
          </a:p>
        </p:txBody>
      </p:sp>
      <p:sp>
        <p:nvSpPr>
          <p:cNvPr id="8" name="Text Placeholder 2"/>
          <p:cNvSpPr>
            <a:spLocks noGrp="1"/>
          </p:cNvSpPr>
          <p:nvPr>
            <p:ph type="body" idx="13" hasCustomPrompt="1"/>
          </p:nvPr>
        </p:nvSpPr>
        <p:spPr>
          <a:xfrm>
            <a:off x="508000" y="914400"/>
            <a:ext cx="10972800" cy="1143000"/>
          </a:xfrm>
          <a:prstGeom prst="rect">
            <a:avLst/>
          </a:prstGeom>
        </p:spPr>
        <p:txBody>
          <a:bodyPr anchor="t" anchorCtr="0">
            <a:normAutofit/>
          </a:bodyPr>
          <a:lstStyle>
            <a:lvl1pPr marL="0" indent="0" algn="l">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181943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9" name="Picture Placeholder 8"/>
          <p:cNvSpPr>
            <a:spLocks noGrp="1"/>
          </p:cNvSpPr>
          <p:nvPr>
            <p:ph type="pic" sz="quarter" idx="14" hasCustomPrompt="1"/>
          </p:nvPr>
        </p:nvSpPr>
        <p:spPr>
          <a:xfrm>
            <a:off x="6299200" y="3505200"/>
            <a:ext cx="5283200" cy="2590800"/>
          </a:xfrm>
          <a:prstGeom prst="rect">
            <a:avLst/>
          </a:prstGeom>
        </p:spPr>
        <p:txBody>
          <a:bodyPr/>
          <a:lstStyle>
            <a:lvl1pPr marL="0" indent="0">
              <a:buNone/>
              <a:defRPr/>
            </a:lvl1pPr>
          </a:lstStyle>
          <a:p>
            <a:r>
              <a:rPr lang="en-US" dirty="0"/>
              <a:t>Click and add picture</a:t>
            </a:r>
          </a:p>
        </p:txBody>
      </p:sp>
      <p:sp>
        <p:nvSpPr>
          <p:cNvPr id="8" name="Text Placeholder 3"/>
          <p:cNvSpPr>
            <a:spLocks noGrp="1"/>
          </p:cNvSpPr>
          <p:nvPr>
            <p:ph type="body" sz="half" idx="2" hasCustomPrompt="1"/>
          </p:nvPr>
        </p:nvSpPr>
        <p:spPr>
          <a:xfrm>
            <a:off x="609600" y="990601"/>
            <a:ext cx="11074400" cy="2286000"/>
          </a:xfrm>
          <a:prstGeom prst="rect">
            <a:avLst/>
          </a:prstGeom>
        </p:spPr>
        <p:txBody>
          <a:bodyPr>
            <a:normAutofit/>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584580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609600" y="990600"/>
            <a:ext cx="5384800" cy="51355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and type text</a:t>
            </a:r>
          </a:p>
          <a:p>
            <a:pPr lvl="1"/>
            <a:r>
              <a:rPr lang="en-US" dirty="0"/>
              <a:t>Second level</a:t>
            </a:r>
          </a:p>
          <a:p>
            <a:pPr lvl="2"/>
            <a:r>
              <a:rPr lang="en-US" dirty="0"/>
              <a:t>Third level</a:t>
            </a:r>
          </a:p>
        </p:txBody>
      </p:sp>
      <p:sp>
        <p:nvSpPr>
          <p:cNvPr id="4" name="Content Placeholder 3"/>
          <p:cNvSpPr>
            <a:spLocks noGrp="1"/>
          </p:cNvSpPr>
          <p:nvPr>
            <p:ph sz="half" idx="2" hasCustomPrompt="1"/>
          </p:nvPr>
        </p:nvSpPr>
        <p:spPr>
          <a:xfrm>
            <a:off x="6197600" y="990600"/>
            <a:ext cx="5384800" cy="51355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and type text</a:t>
            </a:r>
          </a:p>
          <a:p>
            <a:pPr lvl="1"/>
            <a:r>
              <a:rPr lang="en-US" dirty="0"/>
              <a:t>Second level</a:t>
            </a:r>
          </a:p>
          <a:p>
            <a:pPr lvl="2"/>
            <a:r>
              <a:rPr lang="en-US" dirty="0"/>
              <a:t>Third level</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3857655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08000" y="914400"/>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4" name="Content Placeholder 3"/>
          <p:cNvSpPr>
            <a:spLocks noGrp="1"/>
          </p:cNvSpPr>
          <p:nvPr>
            <p:ph sz="half" idx="2" hasCustomPrompt="1"/>
          </p:nvPr>
        </p:nvSpPr>
        <p:spPr>
          <a:xfrm>
            <a:off x="609600" y="1752601"/>
            <a:ext cx="5386917" cy="437356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and type text</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97601" y="914400"/>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6" name="Content Placeholder 5"/>
          <p:cNvSpPr>
            <a:spLocks noGrp="1"/>
          </p:cNvSpPr>
          <p:nvPr>
            <p:ph sz="quarter" idx="4" hasCustomPrompt="1"/>
          </p:nvPr>
        </p:nvSpPr>
        <p:spPr>
          <a:xfrm>
            <a:off x="6193368" y="1752601"/>
            <a:ext cx="5389033" cy="437356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and type text</a:t>
            </a:r>
          </a:p>
          <a:p>
            <a:pPr lvl="1"/>
            <a:r>
              <a:rPr lang="en-US" dirty="0"/>
              <a:t>Second level</a:t>
            </a:r>
          </a:p>
          <a:p>
            <a:pPr lvl="2"/>
            <a:r>
              <a:rPr lang="en-US" dirty="0"/>
              <a:t>Third level</a:t>
            </a:r>
          </a:p>
        </p:txBody>
      </p:sp>
      <p:sp>
        <p:nvSpPr>
          <p:cNvPr id="7"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077906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17731589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274430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Rectangle 5"/>
          <p:cNvSpPr/>
          <p:nvPr userDrawn="1"/>
        </p:nvSpPr>
        <p:spPr>
          <a:xfrm>
            <a:off x="0" y="6400800"/>
            <a:ext cx="121920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 name="Picture 6">
            <a:extLst>
              <a:ext uri="{FF2B5EF4-FFF2-40B4-BE49-F238E27FC236}">
                <a16:creationId xmlns:a16="http://schemas.microsoft.com/office/drawing/2014/main" id="{653468EA-74BA-7E40-BA51-C1DD4585DF5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654"/>
            <a:ext cx="12192000" cy="6854691"/>
          </a:xfrm>
          <a:prstGeom prst="rect">
            <a:avLst/>
          </a:prstGeom>
        </p:spPr>
      </p:pic>
      <p:sp>
        <p:nvSpPr>
          <p:cNvPr id="3" name="Title Placeholder 1"/>
          <p:cNvSpPr>
            <a:spLocks noGrp="1"/>
          </p:cNvSpPr>
          <p:nvPr>
            <p:ph type="title"/>
          </p:nvPr>
        </p:nvSpPr>
        <p:spPr>
          <a:xfrm>
            <a:off x="685800" y="609600"/>
            <a:ext cx="10668000" cy="1411560"/>
          </a:xfrm>
          <a:prstGeom prst="rect">
            <a:avLst/>
          </a:prstGeom>
          <a:noFill/>
        </p:spPr>
        <p:txBody>
          <a:bodyPr vert="horz" lIns="91440" tIns="45720" rIns="91440" bIns="45720" rtlCol="0" anchor="ctr">
            <a:normAutofit/>
          </a:bodyPr>
          <a:lstStyle>
            <a:lvl1pPr>
              <a:defRPr>
                <a:solidFill>
                  <a:srgbClr val="024F6D"/>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9257908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and discussion question">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609600" y="990601"/>
            <a:ext cx="11074400" cy="2286000"/>
          </a:xfrm>
          <a:prstGeom prst="rect">
            <a:avLst/>
          </a:prstGeom>
        </p:spPr>
        <p:txBody>
          <a:bodyPr>
            <a:normAutofit/>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Discussion text</a:t>
            </a:r>
          </a:p>
        </p:txBody>
      </p: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8001" y="3322027"/>
            <a:ext cx="6515100" cy="3228975"/>
          </a:xfrm>
          <a:prstGeom prst="rect">
            <a:avLst/>
          </a:prstGeom>
        </p:spPr>
      </p:pic>
      <p:sp>
        <p:nvSpPr>
          <p:cNvPr id="13" name="Rounded Rectangular Callout 12"/>
          <p:cNvSpPr/>
          <p:nvPr userDrawn="1"/>
        </p:nvSpPr>
        <p:spPr>
          <a:xfrm>
            <a:off x="3009900" y="3273595"/>
            <a:ext cx="8026400" cy="1600200"/>
          </a:xfrm>
          <a:prstGeom prst="wedgeRoundRectCallout">
            <a:avLst/>
          </a:prstGeom>
          <a:gradFill>
            <a:gsLst>
              <a:gs pos="0">
                <a:srgbClr val="EF5F5F">
                  <a:alpha val="79000"/>
                </a:srgbClr>
              </a:gs>
              <a:gs pos="80000">
                <a:srgbClr val="E64242">
                  <a:alpha val="87000"/>
                </a:srgbClr>
              </a:gs>
              <a:gs pos="100000">
                <a:srgbClr val="D01212"/>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11" name="TextBox 10"/>
          <p:cNvSpPr txBox="1"/>
          <p:nvPr userDrawn="1"/>
        </p:nvSpPr>
        <p:spPr>
          <a:xfrm>
            <a:off x="3009900" y="3133217"/>
            <a:ext cx="1016000" cy="923330"/>
          </a:xfrm>
          <a:prstGeom prst="rect">
            <a:avLst/>
          </a:prstGeom>
          <a:noFill/>
        </p:spPr>
        <p:txBody>
          <a:bodyPr wrap="square" rtlCol="0">
            <a:spAutoFit/>
          </a:bodyPr>
          <a:lstStyle/>
          <a:p>
            <a:r>
              <a:rPr lang="en-CA" sz="5400" dirty="0">
                <a:solidFill>
                  <a:schemeClr val="bg1"/>
                </a:solidFill>
                <a:effectLst>
                  <a:outerShdw blurRad="38100" dist="38100" dir="2700000" algn="tl">
                    <a:srgbClr val="000000">
                      <a:alpha val="43137"/>
                    </a:srgbClr>
                  </a:outerShdw>
                </a:effectLst>
                <a:latin typeface="Britannic Bold" pitchFamily="34" charset="0"/>
              </a:rPr>
              <a:t>Q</a:t>
            </a:r>
          </a:p>
        </p:txBody>
      </p:sp>
      <p:sp>
        <p:nvSpPr>
          <p:cNvPr id="14" name="Text Placeholder 3"/>
          <p:cNvSpPr>
            <a:spLocks noGrp="1"/>
          </p:cNvSpPr>
          <p:nvPr>
            <p:ph type="body" sz="half" idx="14" hasCustomPrompt="1"/>
          </p:nvPr>
        </p:nvSpPr>
        <p:spPr>
          <a:xfrm>
            <a:off x="3814109" y="3407226"/>
            <a:ext cx="7057092" cy="1240974"/>
          </a:xfrm>
          <a:prstGeom prst="rect">
            <a:avLst/>
          </a:prstGeom>
        </p:spPr>
        <p:txBody>
          <a:bodyPr>
            <a:normAutofit/>
          </a:bodyPr>
          <a:lstStyle>
            <a:lvl1pPr marL="0" indent="0">
              <a:buNone/>
              <a:defRPr sz="32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question text.</a:t>
            </a:r>
          </a:p>
        </p:txBody>
      </p:sp>
      <p:sp>
        <p:nvSpPr>
          <p:cNvPr id="9" name="Title Placeholder 1"/>
          <p:cNvSpPr>
            <a:spLocks noGrp="1"/>
          </p:cNvSpPr>
          <p:nvPr>
            <p:ph type="title"/>
          </p:nvPr>
        </p:nvSpPr>
        <p:spPr>
          <a:xfrm>
            <a:off x="0" y="0"/>
            <a:ext cx="12192000" cy="684000"/>
          </a:xfrm>
          <a:prstGeom prst="rect">
            <a:avLst/>
          </a:prstGeom>
          <a:solidFill>
            <a:schemeClr val="bg1">
              <a:lumMod val="95000"/>
            </a:schemeClr>
          </a:solidFill>
        </p:spPr>
        <p:txBody>
          <a:bodyPr vert="horz" lIns="91440" tIns="45720" rIns="91440" bIns="45720" rtlCol="0" anchor="ctr">
            <a:normAutofit/>
          </a:bodyPr>
          <a:lstStyle/>
          <a:p>
            <a:r>
              <a:rPr lang="en-US" dirty="0"/>
              <a:t>Click to edit Master title style</a:t>
            </a:r>
            <a:endParaRPr lang="en-CA" dirty="0"/>
          </a:p>
        </p:txBody>
      </p:sp>
    </p:spTree>
    <p:custDataLst>
      <p:tags r:id="rId1"/>
    </p:custDataLst>
    <p:extLst>
      <p:ext uri="{BB962C8B-B14F-4D97-AF65-F5344CB8AC3E}">
        <p14:creationId xmlns:p14="http://schemas.microsoft.com/office/powerpoint/2010/main" val="31008851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se example text and question">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609600" y="990600"/>
            <a:ext cx="11074400" cy="3505200"/>
          </a:xfrm>
          <a:prstGeom prst="rect">
            <a:avLst/>
          </a:prstGeom>
        </p:spPr>
        <p:txBody>
          <a:bodyPr>
            <a:normAutofit/>
          </a:bodyPr>
          <a:lstStyle>
            <a:lvl1pPr marL="0" indent="0">
              <a:buNone/>
              <a:defRPr sz="2400"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Case Example text</a:t>
            </a:r>
          </a:p>
        </p:txBody>
      </p:sp>
      <p:sp>
        <p:nvSpPr>
          <p:cNvPr id="13" name="Rounded Rectangular Callout 12"/>
          <p:cNvSpPr/>
          <p:nvPr userDrawn="1"/>
        </p:nvSpPr>
        <p:spPr>
          <a:xfrm>
            <a:off x="609600" y="4572000"/>
            <a:ext cx="8026400" cy="1359578"/>
          </a:xfrm>
          <a:prstGeom prst="wedgeRoundRectCallout">
            <a:avLst/>
          </a:prstGeom>
          <a:gradFill>
            <a:gsLst>
              <a:gs pos="0">
                <a:srgbClr val="EF5F5F">
                  <a:alpha val="79000"/>
                </a:srgbClr>
              </a:gs>
              <a:gs pos="80000">
                <a:srgbClr val="E64242">
                  <a:alpha val="87000"/>
                </a:srgbClr>
              </a:gs>
              <a:gs pos="100000">
                <a:srgbClr val="D01212"/>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11" name="TextBox 10"/>
          <p:cNvSpPr txBox="1"/>
          <p:nvPr userDrawn="1"/>
        </p:nvSpPr>
        <p:spPr>
          <a:xfrm>
            <a:off x="609600" y="4495801"/>
            <a:ext cx="1016000" cy="830997"/>
          </a:xfrm>
          <a:prstGeom prst="rect">
            <a:avLst/>
          </a:prstGeom>
          <a:noFill/>
        </p:spPr>
        <p:txBody>
          <a:bodyPr wrap="square" rtlCol="0">
            <a:spAutoFit/>
          </a:bodyPr>
          <a:lstStyle/>
          <a:p>
            <a:r>
              <a:rPr lang="en-CA" sz="4800" dirty="0">
                <a:solidFill>
                  <a:schemeClr val="bg1"/>
                </a:solidFill>
                <a:effectLst>
                  <a:outerShdw blurRad="38100" dist="38100" dir="2700000" algn="tl">
                    <a:srgbClr val="000000">
                      <a:alpha val="43137"/>
                    </a:srgbClr>
                  </a:outerShdw>
                </a:effectLst>
                <a:latin typeface="Britannic Bold" pitchFamily="34" charset="0"/>
              </a:rPr>
              <a:t>Q</a:t>
            </a:r>
          </a:p>
        </p:txBody>
      </p:sp>
      <p:sp>
        <p:nvSpPr>
          <p:cNvPr id="14" name="Text Placeholder 3"/>
          <p:cNvSpPr>
            <a:spLocks noGrp="1"/>
          </p:cNvSpPr>
          <p:nvPr>
            <p:ph type="body" sz="half" idx="14" hasCustomPrompt="1"/>
          </p:nvPr>
        </p:nvSpPr>
        <p:spPr>
          <a:xfrm>
            <a:off x="1219201" y="4652664"/>
            <a:ext cx="7251700" cy="1138536"/>
          </a:xfrm>
          <a:prstGeom prst="rect">
            <a:avLst/>
          </a:prstGeom>
        </p:spPr>
        <p:txBody>
          <a:bodyPr>
            <a:normAutofit/>
          </a:bodyPr>
          <a:lstStyle>
            <a:lvl1pPr marL="0" indent="0">
              <a:buNone/>
              <a:defRPr sz="28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question text.</a:t>
            </a:r>
          </a:p>
        </p:txBody>
      </p:sp>
      <p:sp>
        <p:nvSpPr>
          <p:cNvPr id="7" name="Title Placeholder 1"/>
          <p:cNvSpPr>
            <a:spLocks noGrp="1"/>
          </p:cNvSpPr>
          <p:nvPr>
            <p:ph type="title"/>
          </p:nvPr>
        </p:nvSpPr>
        <p:spPr>
          <a:xfrm>
            <a:off x="0" y="0"/>
            <a:ext cx="12192000" cy="684000"/>
          </a:xfrm>
          <a:prstGeom prst="rect">
            <a:avLst/>
          </a:prstGeom>
          <a:solidFill>
            <a:schemeClr val="bg1">
              <a:lumMod val="95000"/>
            </a:schemeClr>
          </a:solidFill>
        </p:spPr>
        <p:txBody>
          <a:bodyPr vert="horz" lIns="91440" tIns="45720" rIns="91440" bIns="45720" rtlCol="0" anchor="ctr">
            <a:normAutofit/>
          </a:bodyPr>
          <a:lstStyle/>
          <a:p>
            <a:r>
              <a:rPr lang="en-US" dirty="0"/>
              <a:t>Click to edit Master title style</a:t>
            </a:r>
            <a:endParaRPr lang="en-CA" dirty="0"/>
          </a:p>
        </p:txBody>
      </p:sp>
    </p:spTree>
    <p:custDataLst>
      <p:tags r:id="rId1"/>
    </p:custDataLst>
    <p:extLst>
      <p:ext uri="{BB962C8B-B14F-4D97-AF65-F5344CB8AC3E}">
        <p14:creationId xmlns:p14="http://schemas.microsoft.com/office/powerpoint/2010/main" val="19907389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hort question">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8001" y="3322027"/>
            <a:ext cx="6515100" cy="3228975"/>
          </a:xfrm>
          <a:prstGeom prst="rect">
            <a:avLst/>
          </a:prstGeom>
        </p:spPr>
      </p:pic>
      <p:sp>
        <p:nvSpPr>
          <p:cNvPr id="12" name="Rounded Rectangular Callout 11"/>
          <p:cNvSpPr/>
          <p:nvPr userDrawn="1"/>
        </p:nvSpPr>
        <p:spPr>
          <a:xfrm>
            <a:off x="1237129" y="1519536"/>
            <a:ext cx="9144000" cy="2819382"/>
          </a:xfrm>
          <a:prstGeom prst="wedgeRoundRectCallout">
            <a:avLst/>
          </a:prstGeom>
          <a:gradFill>
            <a:gsLst>
              <a:gs pos="0">
                <a:srgbClr val="EF5F5F">
                  <a:alpha val="79000"/>
                </a:srgbClr>
              </a:gs>
              <a:gs pos="80000">
                <a:srgbClr val="E64242">
                  <a:alpha val="87000"/>
                </a:srgbClr>
              </a:gs>
              <a:gs pos="100000">
                <a:srgbClr val="D01212"/>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13" name="TextBox 12"/>
          <p:cNvSpPr txBox="1"/>
          <p:nvPr userDrawn="1"/>
        </p:nvSpPr>
        <p:spPr>
          <a:xfrm>
            <a:off x="1320800" y="1447800"/>
            <a:ext cx="1016000" cy="923330"/>
          </a:xfrm>
          <a:prstGeom prst="rect">
            <a:avLst/>
          </a:prstGeom>
          <a:noFill/>
        </p:spPr>
        <p:txBody>
          <a:bodyPr wrap="square" rtlCol="0">
            <a:spAutoFit/>
          </a:bodyPr>
          <a:lstStyle/>
          <a:p>
            <a:r>
              <a:rPr lang="en-CA" sz="5400" dirty="0">
                <a:solidFill>
                  <a:schemeClr val="bg1"/>
                </a:solidFill>
                <a:effectLst>
                  <a:outerShdw blurRad="38100" dist="38100" dir="2700000" algn="tl">
                    <a:srgbClr val="000000">
                      <a:alpha val="43137"/>
                    </a:srgbClr>
                  </a:outerShdw>
                </a:effectLst>
                <a:latin typeface="Britannic Bold" pitchFamily="34" charset="0"/>
              </a:rPr>
              <a:t>Q</a:t>
            </a:r>
          </a:p>
        </p:txBody>
      </p:sp>
      <p:sp>
        <p:nvSpPr>
          <p:cNvPr id="14" name="Text Placeholder 3"/>
          <p:cNvSpPr>
            <a:spLocks noGrp="1"/>
          </p:cNvSpPr>
          <p:nvPr>
            <p:ph type="body" sz="half" idx="14" hasCustomPrompt="1"/>
          </p:nvPr>
        </p:nvSpPr>
        <p:spPr>
          <a:xfrm>
            <a:off x="2032000" y="1696286"/>
            <a:ext cx="8026400" cy="2418514"/>
          </a:xfrm>
          <a:prstGeom prst="rect">
            <a:avLst/>
          </a:prstGeom>
        </p:spPr>
        <p:txBody>
          <a:bodyPr>
            <a:normAutofit/>
          </a:bodyPr>
          <a:lstStyle>
            <a:lvl1pPr marL="0" indent="0">
              <a:buNone/>
              <a:defRPr sz="32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question text.</a:t>
            </a:r>
          </a:p>
        </p:txBody>
      </p:sp>
      <p:sp>
        <p:nvSpPr>
          <p:cNvPr id="7" name="Title Placeholder 1"/>
          <p:cNvSpPr>
            <a:spLocks noGrp="1"/>
          </p:cNvSpPr>
          <p:nvPr>
            <p:ph type="title"/>
          </p:nvPr>
        </p:nvSpPr>
        <p:spPr>
          <a:xfrm>
            <a:off x="0" y="0"/>
            <a:ext cx="12192000" cy="684000"/>
          </a:xfrm>
          <a:prstGeom prst="rect">
            <a:avLst/>
          </a:prstGeom>
          <a:solidFill>
            <a:schemeClr val="bg1">
              <a:lumMod val="95000"/>
            </a:schemeClr>
          </a:solidFill>
        </p:spPr>
        <p:txBody>
          <a:bodyPr vert="horz" lIns="91440" tIns="45720" rIns="91440" bIns="45720" rtlCol="0" anchor="ctr">
            <a:normAutofit/>
          </a:bodyPr>
          <a:lstStyle/>
          <a:p>
            <a:r>
              <a:rPr lang="en-US" dirty="0"/>
              <a:t>Click to edit Master title style</a:t>
            </a:r>
            <a:endParaRPr lang="en-CA" dirty="0"/>
          </a:p>
        </p:txBody>
      </p:sp>
    </p:spTree>
    <p:custDataLst>
      <p:tags r:id="rId1"/>
    </p:custDataLst>
    <p:extLst>
      <p:ext uri="{BB962C8B-B14F-4D97-AF65-F5344CB8AC3E}">
        <p14:creationId xmlns:p14="http://schemas.microsoft.com/office/powerpoint/2010/main" val="2799599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estion and Response">
    <p:spTree>
      <p:nvGrpSpPr>
        <p:cNvPr id="1" name=""/>
        <p:cNvGrpSpPr/>
        <p:nvPr/>
      </p:nvGrpSpPr>
      <p:grpSpPr>
        <a:xfrm>
          <a:off x="0" y="0"/>
          <a:ext cx="0" cy="0"/>
          <a:chOff x="0" y="0"/>
          <a:chExt cx="0" cy="0"/>
        </a:xfrm>
      </p:grpSpPr>
      <p:sp>
        <p:nvSpPr>
          <p:cNvPr id="11" name="Rounded Rectangular Callout 10"/>
          <p:cNvSpPr/>
          <p:nvPr userDrawn="1"/>
        </p:nvSpPr>
        <p:spPr>
          <a:xfrm>
            <a:off x="505288" y="916594"/>
            <a:ext cx="7825913" cy="2128813"/>
          </a:xfrm>
          <a:prstGeom prst="wedgeRoundRectCallout">
            <a:avLst>
              <a:gd name="adj1" fmla="val -3023"/>
              <a:gd name="adj2" fmla="val 84693"/>
              <a:gd name="adj3" fmla="val 16667"/>
            </a:avLst>
          </a:prstGeom>
          <a:gradFill>
            <a:gsLst>
              <a:gs pos="0">
                <a:srgbClr val="EF5F5F">
                  <a:alpha val="79000"/>
                </a:srgbClr>
              </a:gs>
              <a:gs pos="80000">
                <a:srgbClr val="E64242">
                  <a:alpha val="87000"/>
                </a:srgbClr>
              </a:gs>
              <a:gs pos="100000">
                <a:srgbClr val="D01212"/>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16101" y="3322027"/>
            <a:ext cx="6515100" cy="3228975"/>
          </a:xfrm>
          <a:prstGeom prst="rect">
            <a:avLst/>
          </a:prstGeom>
        </p:spPr>
      </p:pic>
      <p:sp>
        <p:nvSpPr>
          <p:cNvPr id="13" name="TextBox 12"/>
          <p:cNvSpPr txBox="1"/>
          <p:nvPr userDrawn="1"/>
        </p:nvSpPr>
        <p:spPr>
          <a:xfrm>
            <a:off x="609600" y="838201"/>
            <a:ext cx="1016000" cy="646331"/>
          </a:xfrm>
          <a:prstGeom prst="rect">
            <a:avLst/>
          </a:prstGeom>
          <a:noFill/>
        </p:spPr>
        <p:txBody>
          <a:bodyPr wrap="square" rtlCol="0">
            <a:spAutoFit/>
          </a:bodyPr>
          <a:lstStyle/>
          <a:p>
            <a:r>
              <a:rPr lang="en-CA" sz="3600" dirty="0">
                <a:solidFill>
                  <a:schemeClr val="bg1"/>
                </a:solidFill>
                <a:effectLst>
                  <a:outerShdw blurRad="38100" dist="38100" dir="2700000" algn="tl">
                    <a:srgbClr val="000000">
                      <a:alpha val="43137"/>
                    </a:srgbClr>
                  </a:outerShdw>
                </a:effectLst>
                <a:latin typeface="Britannic Bold" pitchFamily="34" charset="0"/>
              </a:rPr>
              <a:t>Q</a:t>
            </a:r>
          </a:p>
        </p:txBody>
      </p:sp>
      <p:sp>
        <p:nvSpPr>
          <p:cNvPr id="17" name="Rounded Rectangular Callout 16"/>
          <p:cNvSpPr/>
          <p:nvPr userDrawn="1"/>
        </p:nvSpPr>
        <p:spPr>
          <a:xfrm>
            <a:off x="2743201" y="2200669"/>
            <a:ext cx="8872071" cy="2676692"/>
          </a:xfrm>
          <a:prstGeom prst="wedgeRoundRectCallout">
            <a:avLst/>
          </a:prstGeom>
          <a:gradFill>
            <a:gsLst>
              <a:gs pos="0">
                <a:srgbClr val="DFF1CB"/>
              </a:gs>
              <a:gs pos="80000">
                <a:schemeClr val="accent3"/>
              </a:gs>
              <a:gs pos="100000">
                <a:schemeClr val="accent3"/>
              </a:gs>
            </a:gsLst>
          </a:gradFill>
          <a:ln>
            <a:solidFill>
              <a:srgbClr val="698335"/>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15" name="TextBox 14"/>
          <p:cNvSpPr txBox="1"/>
          <p:nvPr userDrawn="1"/>
        </p:nvSpPr>
        <p:spPr>
          <a:xfrm>
            <a:off x="2844800" y="2124670"/>
            <a:ext cx="1016000" cy="923330"/>
          </a:xfrm>
          <a:prstGeom prst="rect">
            <a:avLst/>
          </a:prstGeom>
          <a:noFill/>
        </p:spPr>
        <p:txBody>
          <a:bodyPr wrap="square" rtlCol="0">
            <a:spAutoFit/>
          </a:bodyPr>
          <a:lstStyle/>
          <a:p>
            <a:r>
              <a:rPr lang="en-CA" sz="5400" dirty="0">
                <a:solidFill>
                  <a:schemeClr val="bg1"/>
                </a:solidFill>
                <a:effectLst>
                  <a:outerShdw blurRad="38100" dist="38100" dir="2700000" algn="tl">
                    <a:srgbClr val="000000">
                      <a:alpha val="43137"/>
                    </a:srgbClr>
                  </a:outerShdw>
                </a:effectLst>
                <a:latin typeface="Britannic Bold" pitchFamily="34" charset="0"/>
              </a:rPr>
              <a:t>A</a:t>
            </a:r>
          </a:p>
        </p:txBody>
      </p:sp>
      <p:sp>
        <p:nvSpPr>
          <p:cNvPr id="14" name="Text Placeholder 3"/>
          <p:cNvSpPr>
            <a:spLocks noGrp="1"/>
          </p:cNvSpPr>
          <p:nvPr>
            <p:ph type="body" sz="half" idx="14" hasCustomPrompt="1"/>
          </p:nvPr>
        </p:nvSpPr>
        <p:spPr>
          <a:xfrm>
            <a:off x="3588871" y="2438400"/>
            <a:ext cx="7587129" cy="2286000"/>
          </a:xfrm>
          <a:prstGeom prst="rect">
            <a:avLst/>
          </a:prstGeom>
        </p:spPr>
        <p:txBody>
          <a:bodyPr>
            <a:normAutofit/>
          </a:bodyPr>
          <a:lstStyle>
            <a:lvl1pPr marL="0" indent="0">
              <a:buNone/>
              <a:defRPr sz="3200" baseline="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correct response.</a:t>
            </a:r>
          </a:p>
        </p:txBody>
      </p:sp>
      <p:sp>
        <p:nvSpPr>
          <p:cNvPr id="18" name="Text Placeholder 3"/>
          <p:cNvSpPr>
            <a:spLocks noGrp="1"/>
          </p:cNvSpPr>
          <p:nvPr>
            <p:ph type="body" sz="half" idx="2" hasCustomPrompt="1"/>
          </p:nvPr>
        </p:nvSpPr>
        <p:spPr>
          <a:xfrm>
            <a:off x="1105648" y="1004651"/>
            <a:ext cx="7022353" cy="1196019"/>
          </a:xfrm>
          <a:prstGeom prst="rect">
            <a:avLst/>
          </a:prstGeom>
        </p:spPr>
        <p:txBody>
          <a:bodyPr>
            <a:normAutofit/>
          </a:bodyPr>
          <a:lstStyle>
            <a:lvl1pPr marL="0" indent="0">
              <a:buNone/>
              <a:defRPr sz="2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original question text.</a:t>
            </a:r>
          </a:p>
        </p:txBody>
      </p:sp>
      <p:sp>
        <p:nvSpPr>
          <p:cNvPr id="16" name="Title Placeholder 1"/>
          <p:cNvSpPr>
            <a:spLocks noGrp="1"/>
          </p:cNvSpPr>
          <p:nvPr>
            <p:ph type="title"/>
          </p:nvPr>
        </p:nvSpPr>
        <p:spPr>
          <a:xfrm>
            <a:off x="0" y="0"/>
            <a:ext cx="12192000" cy="684000"/>
          </a:xfrm>
          <a:prstGeom prst="rect">
            <a:avLst/>
          </a:prstGeom>
          <a:solidFill>
            <a:schemeClr val="bg1">
              <a:lumMod val="95000"/>
            </a:schemeClr>
          </a:solidFill>
        </p:spPr>
        <p:txBody>
          <a:bodyPr vert="horz" lIns="91440" tIns="45720" rIns="91440" bIns="45720" rtlCol="0" anchor="ctr">
            <a:normAutofit/>
          </a:bodyPr>
          <a:lstStyle/>
          <a:p>
            <a:r>
              <a:rPr lang="en-US" dirty="0"/>
              <a:t>Click to edit Master title style</a:t>
            </a:r>
            <a:endParaRPr lang="en-CA" dirty="0"/>
          </a:p>
        </p:txBody>
      </p:sp>
    </p:spTree>
    <p:custDataLst>
      <p:tags r:id="rId1"/>
    </p:custDataLst>
    <p:extLst>
      <p:ext uri="{BB962C8B-B14F-4D97-AF65-F5344CB8AC3E}">
        <p14:creationId xmlns:p14="http://schemas.microsoft.com/office/powerpoint/2010/main" val="9378132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reak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35200" y="1752600"/>
            <a:ext cx="7620000" cy="3921919"/>
          </a:xfrm>
          <a:prstGeom prst="rect">
            <a:avLst/>
          </a:prstGeom>
        </p:spPr>
      </p:pic>
      <p:sp>
        <p:nvSpPr>
          <p:cNvPr id="8" name="Text Placeholder 8"/>
          <p:cNvSpPr txBox="1">
            <a:spLocks/>
          </p:cNvSpPr>
          <p:nvPr userDrawn="1"/>
        </p:nvSpPr>
        <p:spPr>
          <a:xfrm>
            <a:off x="304800" y="76200"/>
            <a:ext cx="11582400" cy="609600"/>
          </a:xfrm>
          <a:prstGeom prst="rect">
            <a:avLst/>
          </a:prstGeom>
        </p:spPr>
        <p:txBody>
          <a:bodyPr>
            <a:noAutofit/>
          </a:bodyPr>
          <a:lstStyle>
            <a:lvl1pPr marL="0" indent="0" algn="ctr" defTabSz="914400" rtl="0" eaLnBrk="1" latinLnBrk="0" hangingPunct="1">
              <a:lnSpc>
                <a:spcPct val="80000"/>
              </a:lnSpc>
              <a:spcBef>
                <a:spcPct val="20000"/>
              </a:spcBef>
              <a:buFont typeface="Arial" pitchFamily="34" charset="0"/>
              <a:buNone/>
              <a:defRPr lang="en-US" sz="3700" b="1" kern="1200" baseline="0" dirty="0">
                <a:solidFill>
                  <a:schemeClr val="tx1">
                    <a:lumMod val="50000"/>
                    <a:lumOff val="50000"/>
                  </a:schemeClr>
                </a:solidFill>
                <a:latin typeface="+mj-lt"/>
                <a:ea typeface="+mn-ea"/>
                <a:cs typeface="Verdana"/>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700" dirty="0">
                <a:solidFill>
                  <a:schemeClr val="bg1"/>
                </a:solidFill>
              </a:rPr>
              <a:t>Break</a:t>
            </a:r>
            <a:endParaRPr lang="en-US" sz="3600" dirty="0">
              <a:solidFill>
                <a:schemeClr val="bg1"/>
              </a:solidFill>
            </a:endParaRPr>
          </a:p>
        </p:txBody>
      </p:sp>
    </p:spTree>
    <p:custDataLst>
      <p:tags r:id="rId1"/>
    </p:custDataLst>
    <p:extLst>
      <p:ext uri="{BB962C8B-B14F-4D97-AF65-F5344CB8AC3E}">
        <p14:creationId xmlns:p14="http://schemas.microsoft.com/office/powerpoint/2010/main" val="13534776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F5941-A94D-4C48-AE4B-0688A7954B21}" type="datetime1">
              <a:rPr lang="en-US" smtClean="0">
                <a:latin typeface="Arial"/>
              </a:rPr>
              <a:t>11/7/2024</a:t>
            </a:fld>
            <a:endParaRPr lang="en-US">
              <a:latin typeface="Arial"/>
            </a:endParaRPr>
          </a:p>
        </p:txBody>
      </p:sp>
      <p:sp>
        <p:nvSpPr>
          <p:cNvPr id="5" name="Footer Placeholder 4"/>
          <p:cNvSpPr>
            <a:spLocks noGrp="1"/>
          </p:cNvSpPr>
          <p:nvPr>
            <p:ph type="ftr" sz="quarter" idx="11"/>
          </p:nvPr>
        </p:nvSpPr>
        <p:spPr/>
        <p:txBody>
          <a:bodyPr/>
          <a:lstStyle/>
          <a:p>
            <a:r>
              <a:rPr lang="en-US">
                <a:latin typeface="Arial"/>
              </a:rPr>
              <a:t>From Security in Computing, Fifth Edition, </a:t>
            </a:r>
            <a:r>
              <a:rPr lang="en-US" dirty="0">
                <a:latin typeface="Arial"/>
              </a:rPr>
              <a:t>by Charles P. </a:t>
            </a:r>
            <a:r>
              <a:rPr lang="en-US" dirty="0" err="1">
                <a:latin typeface="Arial"/>
              </a:rPr>
              <a:t>Pfleeger</a:t>
            </a:r>
            <a:r>
              <a:rPr lang="en-US" dirty="0">
                <a:latin typeface="Arial"/>
              </a:rPr>
              <a:t>,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Tree>
    <p:extLst>
      <p:ext uri="{BB962C8B-B14F-4D97-AF65-F5344CB8AC3E}">
        <p14:creationId xmlns:p14="http://schemas.microsoft.com/office/powerpoint/2010/main" val="19082293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156AAA-F0BB-4E41-A418-B5B53B7AA7F8}"/>
              </a:ext>
            </a:extLst>
          </p:cNvPr>
          <p:cNvSpPr>
            <a:spLocks noGrp="1"/>
          </p:cNvSpPr>
          <p:nvPr>
            <p:ph type="dt" sz="half" idx="10"/>
          </p:nvPr>
        </p:nvSpPr>
        <p:spPr/>
        <p:txBody>
          <a:bodyPr/>
          <a:lstStyle/>
          <a:p>
            <a:fld id="{5FFD5A19-2673-41C5-8531-5DAA33473B58}" type="datetimeFigureOut">
              <a:rPr lang="en-US" smtClean="0"/>
              <a:t>11/7/2024</a:t>
            </a:fld>
            <a:endParaRPr lang="en-US"/>
          </a:p>
        </p:txBody>
      </p:sp>
      <p:sp>
        <p:nvSpPr>
          <p:cNvPr id="3" name="Footer Placeholder 2">
            <a:extLst>
              <a:ext uri="{FF2B5EF4-FFF2-40B4-BE49-F238E27FC236}">
                <a16:creationId xmlns:a16="http://schemas.microsoft.com/office/drawing/2014/main" id="{3470D190-8371-4748-ACAF-2B1F0B805D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CE0B16-0662-4176-9C22-D54B8B68FDFB}"/>
              </a:ext>
            </a:extLst>
          </p:cNvPr>
          <p:cNvSpPr>
            <a:spLocks noGrp="1"/>
          </p:cNvSpPr>
          <p:nvPr>
            <p:ph type="sldNum" sz="quarter" idx="12"/>
          </p:nvPr>
        </p:nvSpPr>
        <p:spPr/>
        <p:txBody>
          <a:bodyPr/>
          <a:lstStyle/>
          <a:p>
            <a:fld id="{938EA2D2-C3DC-44BB-8211-90B716D51699}" type="slidenum">
              <a:rPr lang="en-US" smtClean="0"/>
              <a:t>‹#›</a:t>
            </a:fld>
            <a:endParaRPr lang="en-US"/>
          </a:p>
        </p:txBody>
      </p:sp>
    </p:spTree>
    <p:extLst>
      <p:ext uri="{BB962C8B-B14F-4D97-AF65-F5344CB8AC3E}">
        <p14:creationId xmlns:p14="http://schemas.microsoft.com/office/powerpoint/2010/main" val="1722730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1"/>
          <p:cNvSpPr txBox="1">
            <a:spLocks/>
          </p:cNvSpPr>
          <p:nvPr userDrawn="1"/>
        </p:nvSpPr>
        <p:spPr>
          <a:xfrm>
            <a:off x="394770" y="936056"/>
            <a:ext cx="11402460" cy="5157240"/>
          </a:xfrm>
          <a:prstGeom prst="rect">
            <a:avLst/>
          </a:prstGeom>
          <a:solidFill>
            <a:schemeClr val="bg1">
              <a:alpha val="84000"/>
            </a:schemeClr>
          </a:solidFill>
          <a:ln w="38100" cmpd="sng">
            <a:noFill/>
            <a:prstDash val="solid"/>
          </a:ln>
        </p:spPr>
        <p:txBody>
          <a:bodyPr vert="horz" lIns="91440" tIns="45720" rIns="91440" bIns="45720" rtlCol="0" anchor="ctr">
            <a:noAutofit/>
          </a:bodyPr>
          <a:lstStyle>
            <a:lvl1pPr algn="ctr" defTabSz="914400" rtl="0" eaLnBrk="1" latinLnBrk="0" hangingPunct="1">
              <a:spcBef>
                <a:spcPct val="0"/>
              </a:spcBef>
              <a:buNone/>
              <a:defRPr sz="4400" kern="1200" baseline="0">
                <a:solidFill>
                  <a:srgbClr val="ED1529"/>
                </a:solidFill>
                <a:effectLst/>
                <a:latin typeface="+mj-lt"/>
                <a:ea typeface="+mj-ea"/>
                <a:cs typeface="+mj-cs"/>
              </a:defRPr>
            </a:lvl1pPr>
          </a:lstStyle>
          <a:p>
            <a:endParaRPr lang="en-CA" sz="1800" b="1" dirty="0"/>
          </a:p>
        </p:txBody>
      </p:sp>
      <p:sp>
        <p:nvSpPr>
          <p:cNvPr id="24" name="Title 1"/>
          <p:cNvSpPr txBox="1">
            <a:spLocks/>
          </p:cNvSpPr>
          <p:nvPr userDrawn="1"/>
        </p:nvSpPr>
        <p:spPr>
          <a:xfrm>
            <a:off x="0" y="6316809"/>
            <a:ext cx="12192000" cy="540000"/>
          </a:xfrm>
          <a:prstGeom prst="rect">
            <a:avLst/>
          </a:prstGeom>
          <a:solidFill>
            <a:srgbClr val="F0F0F0"/>
          </a:solidFill>
          <a:ln w="38100" cmpd="sng">
            <a:noFill/>
            <a:prstDash val="solid"/>
          </a:ln>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baseline="0">
                <a:solidFill>
                  <a:srgbClr val="ED1529"/>
                </a:solidFill>
                <a:effectLst/>
                <a:latin typeface="+mj-lt"/>
                <a:ea typeface="+mj-ea"/>
                <a:cs typeface="+mj-cs"/>
              </a:defRPr>
            </a:lvl1pPr>
          </a:lstStyle>
          <a:p>
            <a:endParaRPr lang="en-CA" sz="3600" b="1" dirty="0"/>
          </a:p>
        </p:txBody>
      </p:sp>
      <p:pic>
        <p:nvPicPr>
          <p:cNvPr id="25" name="Picture 24"/>
          <p:cNvPicPr>
            <a:picLocks noChangeAspect="1"/>
          </p:cNvPicPr>
          <p:nvPr userDrawn="1"/>
        </p:nvPicPr>
        <p:blipFill>
          <a:blip r:embed="rId23">
            <a:extLst>
              <a:ext uri="{28A0092B-C50C-407E-A947-70E740481C1C}">
                <a14:useLocalDpi xmlns:a14="http://schemas.microsoft.com/office/drawing/2010/main" val="0"/>
              </a:ext>
            </a:extLst>
          </a:blip>
          <a:stretch>
            <a:fillRect/>
          </a:stretch>
        </p:blipFill>
        <p:spPr>
          <a:xfrm>
            <a:off x="310164" y="6453336"/>
            <a:ext cx="3298816" cy="306637"/>
          </a:xfrm>
          <a:prstGeom prst="rect">
            <a:avLst/>
          </a:prstGeom>
        </p:spPr>
      </p:pic>
      <p:sp>
        <p:nvSpPr>
          <p:cNvPr id="26" name="Title Placeholder 1"/>
          <p:cNvSpPr>
            <a:spLocks noGrp="1"/>
          </p:cNvSpPr>
          <p:nvPr>
            <p:ph type="title"/>
          </p:nvPr>
        </p:nvSpPr>
        <p:spPr>
          <a:xfrm>
            <a:off x="0" y="0"/>
            <a:ext cx="12192000" cy="684000"/>
          </a:xfrm>
          <a:prstGeom prst="rect">
            <a:avLst/>
          </a:prstGeom>
          <a:solidFill>
            <a:srgbClr val="F0F0F0"/>
          </a:solidFill>
        </p:spPr>
        <p:txBody>
          <a:bodyPr vert="horz" lIns="91440" tIns="45720" rIns="91440" bIns="45720" rtlCol="0" anchor="ctr">
            <a:normAutofit/>
          </a:bodyPr>
          <a:lstStyle/>
          <a:p>
            <a:r>
              <a:rPr lang="en-US" dirty="0"/>
              <a:t>Click to edit Master title style</a:t>
            </a:r>
            <a:endParaRPr lang="en-CA" dirty="0"/>
          </a:p>
        </p:txBody>
      </p:sp>
      <p:sp>
        <p:nvSpPr>
          <p:cNvPr id="27" name="Text Placeholder 2"/>
          <p:cNvSpPr>
            <a:spLocks noGrp="1"/>
          </p:cNvSpPr>
          <p:nvPr>
            <p:ph type="body" idx="1"/>
          </p:nvPr>
        </p:nvSpPr>
        <p:spPr>
          <a:xfrm>
            <a:off x="609600" y="990600"/>
            <a:ext cx="10972800" cy="51355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30" name="TextBox 29"/>
          <p:cNvSpPr txBox="1"/>
          <p:nvPr userDrawn="1"/>
        </p:nvSpPr>
        <p:spPr>
          <a:xfrm>
            <a:off x="11424592" y="6351711"/>
            <a:ext cx="839416" cy="461665"/>
          </a:xfrm>
          <a:prstGeom prst="rect">
            <a:avLst/>
          </a:prstGeom>
          <a:noFill/>
        </p:spPr>
        <p:txBody>
          <a:bodyPr wrap="square" rtlCol="0">
            <a:spAutoFit/>
          </a:bodyPr>
          <a:lstStyle/>
          <a:p>
            <a:pPr marL="0" marR="0" indent="0" algn="l" defTabSz="914400" rtl="0" eaLnBrk="1" fontAlgn="base" latinLnBrk="0" hangingPunct="1">
              <a:lnSpc>
                <a:spcPct val="100000"/>
              </a:lnSpc>
              <a:spcBef>
                <a:spcPct val="0"/>
              </a:spcBef>
              <a:spcAft>
                <a:spcPct val="0"/>
              </a:spcAft>
              <a:buClrTx/>
              <a:buSzTx/>
              <a:buFontTx/>
              <a:buNone/>
              <a:tabLst/>
              <a:defRPr/>
            </a:pPr>
            <a:fld id="{E7FB1D6B-A3F5-4E70-95BC-32D49588B2FD}" type="slidenum">
              <a:rPr lang="en-US" sz="2400" b="1" smtClean="0">
                <a:solidFill>
                  <a:schemeClr val="tx1">
                    <a:lumMod val="50000"/>
                    <a:lumOff val="50000"/>
                  </a:schemeClr>
                </a:solidFill>
                <a:latin typeface="Calibri" pitchFamily="34" charset="0"/>
                <a:cs typeface="Calibri" pitchFamily="34" charset="0"/>
              </a:rPr>
              <a:pPr marL="0" marR="0" indent="0" algn="l" defTabSz="914400" rtl="0" eaLnBrk="1" fontAlgn="base" latinLnBrk="0" hangingPunct="1">
                <a:lnSpc>
                  <a:spcPct val="100000"/>
                </a:lnSpc>
                <a:spcBef>
                  <a:spcPct val="0"/>
                </a:spcBef>
                <a:spcAft>
                  <a:spcPct val="0"/>
                </a:spcAft>
                <a:buClrTx/>
                <a:buSzTx/>
                <a:buFontTx/>
                <a:buNone/>
                <a:tabLst/>
                <a:defRPr/>
              </a:pPr>
              <a:t>‹#›</a:t>
            </a:fld>
            <a:endParaRPr lang="en-US" sz="2400" b="1" dirty="0">
              <a:solidFill>
                <a:schemeClr val="tx1">
                  <a:lumMod val="50000"/>
                  <a:lumOff val="50000"/>
                </a:schemeClr>
              </a:solidFill>
              <a:latin typeface="Calibri" pitchFamily="34" charset="0"/>
              <a:cs typeface="Calibri" pitchFamily="34" charset="0"/>
            </a:endParaRPr>
          </a:p>
        </p:txBody>
      </p:sp>
      <p:cxnSp>
        <p:nvCxnSpPr>
          <p:cNvPr id="31" name="Straight Connector 30"/>
          <p:cNvCxnSpPr/>
          <p:nvPr userDrawn="1"/>
        </p:nvCxnSpPr>
        <p:spPr>
          <a:xfrm>
            <a:off x="11280576" y="6427886"/>
            <a:ext cx="0" cy="317847"/>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custDataLst>
      <p:tags r:id="rId22"/>
    </p:custDataLst>
    <p:extLst>
      <p:ext uri="{BB962C8B-B14F-4D97-AF65-F5344CB8AC3E}">
        <p14:creationId xmlns:p14="http://schemas.microsoft.com/office/powerpoint/2010/main" val="3195656259"/>
      </p:ext>
    </p:extLst>
  </p:cSld>
  <p:clrMap bg1="lt1" tx1="dk1" bg2="lt2" tx2="dk2" accent1="accent1" accent2="accent2" accent3="accent3" accent4="accent4" accent5="accent5" accent6="accent6" hlink="hlink" folHlink="folHlink"/>
  <p:sldLayoutIdLst>
    <p:sldLayoutId id="2147483874" r:id="rId1"/>
    <p:sldLayoutId id="2147483814" r:id="rId2"/>
    <p:sldLayoutId id="2147483857" r:id="rId3"/>
    <p:sldLayoutId id="2147483855" r:id="rId4"/>
    <p:sldLayoutId id="2147483858" r:id="rId5"/>
    <p:sldLayoutId id="2147483856" r:id="rId6"/>
    <p:sldLayoutId id="2147483859" r:id="rId7"/>
    <p:sldLayoutId id="2147483840" r:id="rId8"/>
    <p:sldLayoutId id="2147483815" r:id="rId9"/>
    <p:sldLayoutId id="2147483818" r:id="rId10"/>
    <p:sldLayoutId id="2147483816" r:id="rId11"/>
    <p:sldLayoutId id="2147483876" r:id="rId12"/>
    <p:sldLayoutId id="2147483878" r:id="rId13"/>
    <p:sldLayoutId id="2147483879" r:id="rId14"/>
    <p:sldLayoutId id="2147483880" r:id="rId15"/>
    <p:sldLayoutId id="2147483881" r:id="rId16"/>
    <p:sldLayoutId id="2147483882" r:id="rId17"/>
    <p:sldLayoutId id="2147483883" r:id="rId18"/>
    <p:sldLayoutId id="2147483884" r:id="rId19"/>
    <p:sldLayoutId id="2147483885" r:id="rId20"/>
  </p:sldLayoutIdLst>
  <p:hf hdr="0" ftr="0" dt="0"/>
  <p:txStyles>
    <p:titleStyle>
      <a:lvl1pPr algn="ctr" defTabSz="914400" rtl="0" eaLnBrk="1" latinLnBrk="0" hangingPunct="1">
        <a:spcBef>
          <a:spcPct val="0"/>
        </a:spcBef>
        <a:buNone/>
        <a:defRPr sz="3600" b="1" kern="1200">
          <a:solidFill>
            <a:schemeClr val="tx1">
              <a:lumMod val="85000"/>
              <a:lumOff val="15000"/>
            </a:schemeClr>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3" Type="http://schemas.openxmlformats.org/officeDocument/2006/relationships/hyperlink" Target="http://www.ebayaccounts.com/" TargetMode="External"/><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System Security</a:t>
            </a:r>
            <a:br>
              <a:rPr lang="en-US" dirty="0"/>
            </a:br>
            <a:r>
              <a:rPr lang="en-US" dirty="0"/>
              <a:t>CMIS 422</a:t>
            </a:r>
            <a:br>
              <a:rPr lang="en-US" dirty="0"/>
            </a:br>
            <a:r>
              <a:rPr lang="en-CA" dirty="0"/>
              <a:t>Privacy</a:t>
            </a:r>
            <a:br>
              <a:rPr lang="en-US" dirty="0"/>
            </a:br>
            <a:r>
              <a:rPr lang="en-US" dirty="0"/>
              <a:t>Module 10</a:t>
            </a:r>
            <a:br>
              <a:rPr lang="en-US" dirty="0"/>
            </a:br>
            <a:br>
              <a:rPr lang="en-US" dirty="0"/>
            </a:br>
            <a:br>
              <a:rPr lang="en-US" sz="3100" dirty="0"/>
            </a:br>
            <a:r>
              <a:rPr lang="en-US" sz="3100" dirty="0"/>
              <a:t>Mona </a:t>
            </a:r>
            <a:r>
              <a:rPr lang="en-US" sz="3100" dirty="0" err="1"/>
              <a:t>Taghavi</a:t>
            </a:r>
            <a:endParaRPr lang="en-CA" dirty="0"/>
          </a:p>
        </p:txBody>
      </p:sp>
    </p:spTree>
    <p:custDataLst>
      <p:tags r:id="rId1"/>
    </p:custDataLst>
    <p:extLst>
      <p:ext uri="{BB962C8B-B14F-4D97-AF65-F5344CB8AC3E}">
        <p14:creationId xmlns:p14="http://schemas.microsoft.com/office/powerpoint/2010/main" val="2086746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Privacy and fundamental computer-related privacy challenges</a:t>
            </a:r>
          </a:p>
          <a:p>
            <a:r>
              <a:rPr lang="en-US" dirty="0"/>
              <a:t>Email privacy</a:t>
            </a:r>
          </a:p>
          <a:p>
            <a:r>
              <a:rPr lang="en-US" dirty="0"/>
              <a:t>Social engineering</a:t>
            </a:r>
          </a:p>
        </p:txBody>
      </p:sp>
      <p:sp>
        <p:nvSpPr>
          <p:cNvPr id="2" name="Title 1"/>
          <p:cNvSpPr>
            <a:spLocks noGrp="1"/>
          </p:cNvSpPr>
          <p:nvPr>
            <p:ph type="title"/>
          </p:nvPr>
        </p:nvSpPr>
        <p:spPr/>
        <p:txBody>
          <a:bodyPr/>
          <a:lstStyle/>
          <a:p>
            <a:r>
              <a:rPr lang="en-US" dirty="0"/>
              <a:t>Session Overview</a:t>
            </a:r>
          </a:p>
        </p:txBody>
      </p:sp>
    </p:spTree>
    <p:extLst>
      <p:ext uri="{BB962C8B-B14F-4D97-AF65-F5344CB8AC3E}">
        <p14:creationId xmlns:p14="http://schemas.microsoft.com/office/powerpoint/2010/main" val="4225582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9A4FB85-8BB2-4FC6-831B-ECDBABDEC00C}"/>
              </a:ext>
            </a:extLst>
          </p:cNvPr>
          <p:cNvSpPr>
            <a:spLocks noGrp="1"/>
          </p:cNvSpPr>
          <p:nvPr>
            <p:ph type="body" sz="half" idx="14"/>
          </p:nvPr>
        </p:nvSpPr>
        <p:spPr/>
        <p:txBody>
          <a:bodyPr>
            <a:normAutofit/>
          </a:bodyPr>
          <a:lstStyle/>
          <a:p>
            <a:r>
              <a:rPr lang="en-CA" dirty="0"/>
              <a:t>What is Privacy?</a:t>
            </a:r>
          </a:p>
          <a:p>
            <a:r>
              <a:rPr lang="en-US" b="1"/>
              <a:t>Privacy </a:t>
            </a:r>
            <a:r>
              <a:rPr lang="en-US" dirty="0"/>
              <a:t>is the right to control who knows certain information about you, your communications, and your activities</a:t>
            </a:r>
            <a:endParaRPr lang="en-CA" dirty="0"/>
          </a:p>
        </p:txBody>
      </p:sp>
    </p:spTree>
    <p:extLst>
      <p:ext uri="{BB962C8B-B14F-4D97-AF65-F5344CB8AC3E}">
        <p14:creationId xmlns:p14="http://schemas.microsoft.com/office/powerpoint/2010/main" val="3746496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9A4FB85-8BB2-4FC6-831B-ECDBABDEC00C}"/>
              </a:ext>
            </a:extLst>
          </p:cNvPr>
          <p:cNvSpPr>
            <a:spLocks noGrp="1"/>
          </p:cNvSpPr>
          <p:nvPr>
            <p:ph type="body" sz="half" idx="14"/>
          </p:nvPr>
        </p:nvSpPr>
        <p:spPr/>
        <p:txBody>
          <a:bodyPr>
            <a:normAutofit/>
          </a:bodyPr>
          <a:lstStyle/>
          <a:p>
            <a:r>
              <a:rPr lang="en-CA" dirty="0"/>
              <a:t>What types of data is private?</a:t>
            </a:r>
          </a:p>
        </p:txBody>
      </p:sp>
    </p:spTree>
    <p:extLst>
      <p:ext uri="{BB962C8B-B14F-4D97-AF65-F5344CB8AC3E}">
        <p14:creationId xmlns:p14="http://schemas.microsoft.com/office/powerpoint/2010/main" val="427586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9A4FB85-8BB2-4FC6-831B-ECDBABDEC00C}"/>
              </a:ext>
            </a:extLst>
          </p:cNvPr>
          <p:cNvSpPr>
            <a:spLocks noGrp="1"/>
          </p:cNvSpPr>
          <p:nvPr>
            <p:ph type="body" sz="half" idx="14"/>
          </p:nvPr>
        </p:nvSpPr>
        <p:spPr/>
        <p:txBody>
          <a:bodyPr>
            <a:normAutofit/>
          </a:bodyPr>
          <a:lstStyle/>
          <a:p>
            <a:r>
              <a:rPr lang="en-CA" dirty="0"/>
              <a:t>Can you name some US and non-Us privacy laws?</a:t>
            </a:r>
          </a:p>
        </p:txBody>
      </p:sp>
    </p:spTree>
    <p:extLst>
      <p:ext uri="{BB962C8B-B14F-4D97-AF65-F5344CB8AC3E}">
        <p14:creationId xmlns:p14="http://schemas.microsoft.com/office/powerpoint/2010/main" val="771248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9A4FB85-8BB2-4FC6-831B-ECDBABDEC00C}"/>
              </a:ext>
            </a:extLst>
          </p:cNvPr>
          <p:cNvSpPr>
            <a:spLocks noGrp="1"/>
          </p:cNvSpPr>
          <p:nvPr>
            <p:ph type="body" sz="half" idx="14"/>
          </p:nvPr>
        </p:nvSpPr>
        <p:spPr/>
        <p:txBody>
          <a:bodyPr>
            <a:normAutofit/>
          </a:bodyPr>
          <a:lstStyle/>
          <a:p>
            <a:r>
              <a:rPr lang="en-CA" dirty="0"/>
              <a:t>What are web cookies? Do they threat the users privacy?</a:t>
            </a:r>
          </a:p>
        </p:txBody>
      </p:sp>
    </p:spTree>
    <p:extLst>
      <p:ext uri="{BB962C8B-B14F-4D97-AF65-F5344CB8AC3E}">
        <p14:creationId xmlns:p14="http://schemas.microsoft.com/office/powerpoint/2010/main" val="3872566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Authentication vs Identification</a:t>
            </a:r>
          </a:p>
        </p:txBody>
      </p:sp>
      <p:sp>
        <p:nvSpPr>
          <p:cNvPr id="7" name="Text Placeholder 6"/>
          <p:cNvSpPr>
            <a:spLocks noGrp="1"/>
          </p:cNvSpPr>
          <p:nvPr>
            <p:ph type="body" sz="half" idx="14"/>
          </p:nvPr>
        </p:nvSpPr>
        <p:spPr/>
        <p:txBody>
          <a:bodyPr/>
          <a:lstStyle/>
          <a:p>
            <a:r>
              <a:rPr lang="en-US" dirty="0"/>
              <a:t>What is Authentication? And What is Identification?</a:t>
            </a:r>
          </a:p>
        </p:txBody>
      </p:sp>
      <p:sp>
        <p:nvSpPr>
          <p:cNvPr id="5" name="Slide Number Placeholder 4"/>
          <p:cNvSpPr>
            <a:spLocks noGrp="1"/>
          </p:cNvSpPr>
          <p:nvPr>
            <p:ph type="sldNum" sz="quarter" idx="4294967295"/>
          </p:nvPr>
        </p:nvSpPr>
        <p:spPr/>
        <p:txBody>
          <a:bodyPr/>
          <a:lstStyle/>
          <a:p>
            <a:fld id="{5BFA158B-7C94-F543-87DB-41F59EA4FAFA}" type="slidenum">
              <a:rPr lang="en-US" smtClean="0">
                <a:latin typeface="Arial"/>
              </a:rPr>
              <a:pPr/>
              <a:t>7</a:t>
            </a:fld>
            <a:endParaRPr lang="en-US">
              <a:latin typeface="Arial"/>
            </a:endParaRPr>
          </a:p>
        </p:txBody>
      </p:sp>
    </p:spTree>
    <p:extLst>
      <p:ext uri="{BB962C8B-B14F-4D97-AF65-F5344CB8AC3E}">
        <p14:creationId xmlns:p14="http://schemas.microsoft.com/office/powerpoint/2010/main" val="2714585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Authentication vs Identification</a:t>
            </a:r>
          </a:p>
        </p:txBody>
      </p:sp>
      <p:sp>
        <p:nvSpPr>
          <p:cNvPr id="3" name="Content Placeholder 2"/>
          <p:cNvSpPr>
            <a:spLocks noGrp="1"/>
          </p:cNvSpPr>
          <p:nvPr>
            <p:ph idx="1"/>
          </p:nvPr>
        </p:nvSpPr>
        <p:spPr/>
        <p:txBody>
          <a:bodyPr>
            <a:normAutofit/>
          </a:bodyPr>
          <a:lstStyle/>
          <a:p>
            <a:r>
              <a:rPr lang="en-US" dirty="0"/>
              <a:t>This second question (who is this?) is much harder to answer than the first (is this X?).</a:t>
            </a:r>
          </a:p>
          <a:p>
            <a:endParaRPr lang="en-US" sz="1000" dirty="0"/>
          </a:p>
          <a:p>
            <a:r>
              <a:rPr lang="en-US" b="1" dirty="0"/>
              <a:t>Authentication is confirming an asserted identity. Inferring an identity from authentication data is far harder and less certain.</a:t>
            </a:r>
            <a:endParaRPr lang="en-US" dirty="0"/>
          </a:p>
        </p:txBody>
      </p:sp>
      <p:sp>
        <p:nvSpPr>
          <p:cNvPr id="5" name="Slide Number Placeholder 4"/>
          <p:cNvSpPr>
            <a:spLocks noGrp="1"/>
          </p:cNvSpPr>
          <p:nvPr>
            <p:ph type="sldNum" sz="quarter" idx="12"/>
          </p:nvPr>
        </p:nvSpPr>
        <p:spPr/>
        <p:txBody>
          <a:bodyPr/>
          <a:lstStyle/>
          <a:p>
            <a:fld id="{5BFA158B-7C94-F543-87DB-41F59EA4FAFA}" type="slidenum">
              <a:rPr lang="en-US" smtClean="0">
                <a:latin typeface="Arial"/>
              </a:rPr>
              <a:pPr/>
              <a:t>8</a:t>
            </a:fld>
            <a:endParaRPr lang="en-US">
              <a:latin typeface="Arial"/>
            </a:endParaRPr>
          </a:p>
        </p:txBody>
      </p:sp>
    </p:spTree>
    <p:extLst>
      <p:ext uri="{BB962C8B-B14F-4D97-AF65-F5344CB8AC3E}">
        <p14:creationId xmlns:p14="http://schemas.microsoft.com/office/powerpoint/2010/main" val="856499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Mining</a:t>
            </a:r>
          </a:p>
        </p:txBody>
      </p:sp>
      <p:sp>
        <p:nvSpPr>
          <p:cNvPr id="3" name="Content Placeholder 2"/>
          <p:cNvSpPr>
            <a:spLocks noGrp="1"/>
          </p:cNvSpPr>
          <p:nvPr>
            <p:ph idx="1"/>
          </p:nvPr>
        </p:nvSpPr>
        <p:spPr/>
        <p:txBody>
          <a:bodyPr/>
          <a:lstStyle/>
          <a:p>
            <a:r>
              <a:rPr lang="en-US" dirty="0"/>
              <a:t>Private sector data mining is a lucrative and rapidly growing industry. </a:t>
            </a:r>
          </a:p>
          <a:p>
            <a:r>
              <a:rPr lang="en-US" dirty="0"/>
              <a:t>The more data are collected, the more opportunities open for learning from various aggregations. </a:t>
            </a:r>
          </a:p>
          <a:p>
            <a:r>
              <a:rPr lang="en-US" dirty="0"/>
              <a:t>Determining trends, market preferences, and characteristics may be good because they lead to an efficient and effective market. </a:t>
            </a:r>
          </a:p>
          <a:p>
            <a:r>
              <a:rPr lang="en-US" dirty="0"/>
              <a:t>But people become sensitive or may even be harmed if their private information becomes known without permission</a:t>
            </a:r>
          </a:p>
        </p:txBody>
      </p:sp>
      <p:sp>
        <p:nvSpPr>
          <p:cNvPr id="5" name="Slide Number Placeholder 4"/>
          <p:cNvSpPr>
            <a:spLocks noGrp="1"/>
          </p:cNvSpPr>
          <p:nvPr>
            <p:ph type="sldNum" sz="quarter" idx="12"/>
          </p:nvPr>
        </p:nvSpPr>
        <p:spPr/>
        <p:txBody>
          <a:bodyPr/>
          <a:lstStyle/>
          <a:p>
            <a:fld id="{5BFA158B-7C94-F543-87DB-41F59EA4FAFA}" type="slidenum">
              <a:rPr lang="en-US" smtClean="0">
                <a:latin typeface="Arial"/>
              </a:rPr>
              <a:pPr/>
              <a:t>9</a:t>
            </a:fld>
            <a:endParaRPr lang="en-US">
              <a:latin typeface="Arial"/>
            </a:endParaRPr>
          </a:p>
        </p:txBody>
      </p:sp>
    </p:spTree>
    <p:extLst>
      <p:ext uri="{BB962C8B-B14F-4D97-AF65-F5344CB8AC3E}">
        <p14:creationId xmlns:p14="http://schemas.microsoft.com/office/powerpoint/2010/main" val="3316158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Privacy-Preserving Data Mining</a:t>
            </a:r>
          </a:p>
        </p:txBody>
      </p:sp>
      <p:sp>
        <p:nvSpPr>
          <p:cNvPr id="3" name="Content Placeholder 2"/>
          <p:cNvSpPr>
            <a:spLocks noGrp="1"/>
          </p:cNvSpPr>
          <p:nvPr>
            <p:ph idx="1"/>
          </p:nvPr>
        </p:nvSpPr>
        <p:spPr>
          <a:xfrm>
            <a:off x="838200" y="1143000"/>
            <a:ext cx="10896600" cy="5217888"/>
          </a:xfrm>
        </p:spPr>
        <p:txBody>
          <a:bodyPr>
            <a:noAutofit/>
          </a:bodyPr>
          <a:lstStyle/>
          <a:p>
            <a:r>
              <a:rPr lang="en-US" dirty="0"/>
              <a:t>Removing identifying information from data doesn’t work</a:t>
            </a:r>
          </a:p>
          <a:p>
            <a:pPr lvl="1">
              <a:buClr>
                <a:srgbClr val="ED1B2F"/>
              </a:buClr>
              <a:buFont typeface="Arial" panose="020B0604020202020204" pitchFamily="34" charset="0"/>
              <a:buChar char="•"/>
            </a:pPr>
            <a:r>
              <a:rPr lang="en-US" dirty="0"/>
              <a:t>Even if the identifying information can be removed, identification from remaining data is often possible</a:t>
            </a:r>
          </a:p>
          <a:p>
            <a:endParaRPr lang="en-US" dirty="0"/>
          </a:p>
          <a:p>
            <a:r>
              <a:rPr lang="en-US" dirty="0"/>
              <a:t>Data mining usually employs two approaches—correlation and aggregation. </a:t>
            </a:r>
          </a:p>
          <a:p>
            <a:pPr lvl="1">
              <a:buClr>
                <a:srgbClr val="ED1B2F"/>
              </a:buClr>
              <a:buFont typeface="Arial" panose="020B0604020202020204" pitchFamily="34" charset="0"/>
              <a:buChar char="•"/>
            </a:pPr>
            <a:r>
              <a:rPr lang="en-US" dirty="0"/>
              <a:t>We examine techniques to preserve privacy with each of those approaches.</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10</a:t>
            </a:fld>
            <a:endParaRPr lang="en-US">
              <a:latin typeface="Arial"/>
            </a:endParaRPr>
          </a:p>
        </p:txBody>
      </p:sp>
    </p:spTree>
    <p:extLst>
      <p:ext uri="{BB962C8B-B14F-4D97-AF65-F5344CB8AC3E}">
        <p14:creationId xmlns:p14="http://schemas.microsoft.com/office/powerpoint/2010/main" val="1355020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Privacy for Correlation</a:t>
            </a:r>
          </a:p>
        </p:txBody>
      </p:sp>
      <p:sp>
        <p:nvSpPr>
          <p:cNvPr id="3" name="Content Placeholder 2"/>
          <p:cNvSpPr>
            <a:spLocks noGrp="1"/>
          </p:cNvSpPr>
          <p:nvPr>
            <p:ph idx="1"/>
          </p:nvPr>
        </p:nvSpPr>
        <p:spPr/>
        <p:txBody>
          <a:bodyPr>
            <a:normAutofit fontScale="92500" lnSpcReduction="10000"/>
          </a:bodyPr>
          <a:lstStyle/>
          <a:p>
            <a:r>
              <a:rPr lang="en-US" sz="3500" dirty="0"/>
              <a:t>Correlation involves joining databases on common fields.</a:t>
            </a:r>
          </a:p>
          <a:p>
            <a:endParaRPr lang="en-US" dirty="0"/>
          </a:p>
          <a:p>
            <a:endParaRPr lang="en-US" dirty="0"/>
          </a:p>
          <a:p>
            <a:endParaRPr lang="en-US" dirty="0"/>
          </a:p>
          <a:p>
            <a:endParaRPr lang="en-US" dirty="0"/>
          </a:p>
          <a:p>
            <a:endParaRPr lang="en-US" dirty="0"/>
          </a:p>
          <a:p>
            <a:endParaRPr lang="en-US" dirty="0"/>
          </a:p>
          <a:p>
            <a:r>
              <a:rPr lang="en-US" sz="3500" dirty="0"/>
              <a:t>As with protecting the sensitive link between Erin and diabetes, privacy preservation for correlation attempts to control that linkage.</a:t>
            </a:r>
          </a:p>
        </p:txBody>
      </p:sp>
      <p:sp>
        <p:nvSpPr>
          <p:cNvPr id="5" name="Slide Number Placeholder 4"/>
          <p:cNvSpPr>
            <a:spLocks noGrp="1"/>
          </p:cNvSpPr>
          <p:nvPr>
            <p:ph type="sldNum" sz="quarter" idx="12"/>
          </p:nvPr>
        </p:nvSpPr>
        <p:spPr/>
        <p:txBody>
          <a:bodyPr/>
          <a:lstStyle/>
          <a:p>
            <a:fld id="{5BFA158B-7C94-F543-87DB-41F59EA4FAFA}" type="slidenum">
              <a:rPr lang="en-US" smtClean="0">
                <a:latin typeface="Arial"/>
              </a:rPr>
              <a:pPr/>
              <a:t>11</a:t>
            </a:fld>
            <a:endParaRPr lang="en-US">
              <a:latin typeface="Arial"/>
            </a:endParaRPr>
          </a:p>
        </p:txBody>
      </p:sp>
      <p:pic>
        <p:nvPicPr>
          <p:cNvPr id="7" name="Picture 6"/>
          <p:cNvPicPr>
            <a:picLocks noChangeAspect="1"/>
          </p:cNvPicPr>
          <p:nvPr/>
        </p:nvPicPr>
        <p:blipFill>
          <a:blip r:embed="rId2"/>
          <a:stretch>
            <a:fillRect/>
          </a:stretch>
        </p:blipFill>
        <p:spPr>
          <a:xfrm>
            <a:off x="2627239" y="2418858"/>
            <a:ext cx="6937523" cy="1867795"/>
          </a:xfrm>
          <a:prstGeom prst="rect">
            <a:avLst/>
          </a:prstGeom>
        </p:spPr>
      </p:pic>
    </p:spTree>
    <p:extLst>
      <p:ext uri="{BB962C8B-B14F-4D97-AF65-F5344CB8AC3E}">
        <p14:creationId xmlns:p14="http://schemas.microsoft.com/office/powerpoint/2010/main" val="102953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Privacy for Correlation</a:t>
            </a:r>
          </a:p>
        </p:txBody>
      </p:sp>
      <p:sp>
        <p:nvSpPr>
          <p:cNvPr id="3" name="Content Placeholder 2"/>
          <p:cNvSpPr>
            <a:spLocks noGrp="1"/>
          </p:cNvSpPr>
          <p:nvPr>
            <p:ph idx="1"/>
          </p:nvPr>
        </p:nvSpPr>
        <p:spPr>
          <a:xfrm>
            <a:off x="381000" y="822218"/>
            <a:ext cx="10972800" cy="5135563"/>
          </a:xfrm>
        </p:spPr>
        <p:txBody>
          <a:bodyPr>
            <a:normAutofit/>
          </a:bodyPr>
          <a:lstStyle/>
          <a:p>
            <a:r>
              <a:rPr lang="en-US" dirty="0"/>
              <a:t>One form of data perturbation involves swapping data fields to prevent linking of records. </a:t>
            </a:r>
          </a:p>
          <a:p>
            <a:pPr lvl="2">
              <a:buClr>
                <a:srgbClr val="ED1B2F"/>
              </a:buClr>
            </a:pPr>
            <a:r>
              <a:rPr lang="en-US" sz="2800" dirty="0"/>
              <a:t>Swapping the condition values Erin and Geoff (but not the ID values) breaks the linkage of Erin to diabetes. </a:t>
            </a:r>
          </a:p>
          <a:p>
            <a:endParaRPr lang="en-US" dirty="0"/>
          </a:p>
          <a:p>
            <a:endParaRPr lang="en-US" dirty="0"/>
          </a:p>
          <a:p>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5BFA158B-7C94-F543-87DB-41F59EA4FAFA}" type="slidenum">
              <a:rPr lang="en-US" smtClean="0">
                <a:latin typeface="Arial"/>
              </a:rPr>
              <a:pPr/>
              <a:t>12</a:t>
            </a:fld>
            <a:endParaRPr lang="en-US">
              <a:latin typeface="Arial"/>
            </a:endParaRPr>
          </a:p>
        </p:txBody>
      </p:sp>
      <p:pic>
        <p:nvPicPr>
          <p:cNvPr id="6" name="Picture 5"/>
          <p:cNvPicPr>
            <a:picLocks noChangeAspect="1"/>
          </p:cNvPicPr>
          <p:nvPr/>
        </p:nvPicPr>
        <p:blipFill>
          <a:blip r:embed="rId2"/>
          <a:stretch>
            <a:fillRect/>
          </a:stretch>
        </p:blipFill>
        <p:spPr>
          <a:xfrm>
            <a:off x="2743200" y="3418302"/>
            <a:ext cx="6848475" cy="1819275"/>
          </a:xfrm>
          <a:prstGeom prst="rect">
            <a:avLst/>
          </a:prstGeom>
        </p:spPr>
      </p:pic>
    </p:spTree>
    <p:extLst>
      <p:ext uri="{BB962C8B-B14F-4D97-AF65-F5344CB8AC3E}">
        <p14:creationId xmlns:p14="http://schemas.microsoft.com/office/powerpoint/2010/main" val="3030066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Privacy for Correlation</a:t>
            </a:r>
          </a:p>
        </p:txBody>
      </p:sp>
      <p:sp>
        <p:nvSpPr>
          <p:cNvPr id="3" name="Content Placeholder 2"/>
          <p:cNvSpPr>
            <a:spLocks noGrp="1"/>
          </p:cNvSpPr>
          <p:nvPr>
            <p:ph idx="1"/>
          </p:nvPr>
        </p:nvSpPr>
        <p:spPr>
          <a:xfrm>
            <a:off x="381000" y="822218"/>
            <a:ext cx="10972800" cy="5135563"/>
          </a:xfrm>
        </p:spPr>
        <p:txBody>
          <a:bodyPr>
            <a:normAutofit/>
          </a:bodyPr>
          <a:lstStyle/>
          <a:p>
            <a:r>
              <a:rPr lang="en-US" dirty="0"/>
              <a:t>Other properties of the databases are preserved: Three patients have actual names and three conditions accurately describe the patients. </a:t>
            </a:r>
          </a:p>
          <a:p>
            <a:pPr lvl="2">
              <a:buClr>
                <a:srgbClr val="ED1B2F"/>
              </a:buClr>
            </a:pPr>
            <a:r>
              <a:rPr lang="en-US" sz="2800" dirty="0"/>
              <a:t>Swapping all data can prevent useful analysis, but limited swapping balances privacy and accuracy.</a:t>
            </a:r>
          </a:p>
          <a:p>
            <a:endParaRPr lang="en-US" dirty="0"/>
          </a:p>
          <a:p>
            <a:endParaRPr lang="en-US" dirty="0"/>
          </a:p>
          <a:p>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5BFA158B-7C94-F543-87DB-41F59EA4FAFA}" type="slidenum">
              <a:rPr lang="en-US" smtClean="0">
                <a:latin typeface="Arial"/>
              </a:rPr>
              <a:pPr/>
              <a:t>13</a:t>
            </a:fld>
            <a:endParaRPr lang="en-US">
              <a:latin typeface="Arial"/>
            </a:endParaRPr>
          </a:p>
        </p:txBody>
      </p:sp>
      <p:pic>
        <p:nvPicPr>
          <p:cNvPr id="6" name="Picture 5"/>
          <p:cNvPicPr>
            <a:picLocks noChangeAspect="1"/>
          </p:cNvPicPr>
          <p:nvPr/>
        </p:nvPicPr>
        <p:blipFill>
          <a:blip r:embed="rId2"/>
          <a:stretch>
            <a:fillRect/>
          </a:stretch>
        </p:blipFill>
        <p:spPr>
          <a:xfrm>
            <a:off x="2671762" y="3657600"/>
            <a:ext cx="6848475" cy="1819275"/>
          </a:xfrm>
          <a:prstGeom prst="rect">
            <a:avLst/>
          </a:prstGeom>
        </p:spPr>
      </p:pic>
    </p:spTree>
    <p:extLst>
      <p:ext uri="{BB962C8B-B14F-4D97-AF65-F5344CB8AC3E}">
        <p14:creationId xmlns:p14="http://schemas.microsoft.com/office/powerpoint/2010/main" val="1781400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Privacy for Aggregation</a:t>
            </a:r>
          </a:p>
        </p:txBody>
      </p:sp>
      <p:sp>
        <p:nvSpPr>
          <p:cNvPr id="3" name="Content Placeholder 2"/>
          <p:cNvSpPr>
            <a:spLocks noGrp="1"/>
          </p:cNvSpPr>
          <p:nvPr>
            <p:ph idx="1"/>
          </p:nvPr>
        </p:nvSpPr>
        <p:spPr>
          <a:xfrm>
            <a:off x="609600" y="1219200"/>
            <a:ext cx="10972800" cy="5135563"/>
          </a:xfrm>
        </p:spPr>
        <p:txBody>
          <a:bodyPr>
            <a:normAutofit/>
          </a:bodyPr>
          <a:lstStyle/>
          <a:p>
            <a:r>
              <a:rPr lang="en-US" dirty="0"/>
              <a:t>Data perturbation can be used to reduce the risk from aggregation. </a:t>
            </a:r>
          </a:p>
          <a:p>
            <a:pPr marL="0" indent="0">
              <a:buNone/>
            </a:pPr>
            <a:endParaRPr lang="en-US" sz="1000" dirty="0"/>
          </a:p>
          <a:p>
            <a:pPr lvl="1">
              <a:buClr>
                <a:srgbClr val="ED1B2F"/>
              </a:buClr>
              <a:buFont typeface="Arial" panose="020B0604020202020204" pitchFamily="34" charset="0"/>
              <a:buChar char="•"/>
            </a:pPr>
            <a:r>
              <a:rPr lang="en-US" dirty="0"/>
              <a:t>Perturbation does not limit the ability of researchers to work with the statistics of a dataset; it just prevents linking of individual identities with specific data items, thereby preserving privacy.</a:t>
            </a:r>
          </a:p>
        </p:txBody>
      </p:sp>
      <p:sp>
        <p:nvSpPr>
          <p:cNvPr id="5" name="Slide Number Placeholder 4"/>
          <p:cNvSpPr>
            <a:spLocks noGrp="1"/>
          </p:cNvSpPr>
          <p:nvPr>
            <p:ph type="sldNum" sz="quarter" idx="12"/>
          </p:nvPr>
        </p:nvSpPr>
        <p:spPr/>
        <p:txBody>
          <a:bodyPr/>
          <a:lstStyle/>
          <a:p>
            <a:fld id="{5BFA158B-7C94-F543-87DB-41F59EA4FAFA}" type="slidenum">
              <a:rPr lang="en-US" smtClean="0">
                <a:latin typeface="Arial"/>
              </a:rPr>
              <a:pPr/>
              <a:t>14</a:t>
            </a:fld>
            <a:endParaRPr lang="en-US">
              <a:latin typeface="Arial"/>
            </a:endParaRPr>
          </a:p>
        </p:txBody>
      </p:sp>
    </p:spTree>
    <p:extLst>
      <p:ext uri="{BB962C8B-B14F-4D97-AF65-F5344CB8AC3E}">
        <p14:creationId xmlns:p14="http://schemas.microsoft.com/office/powerpoint/2010/main" val="3926758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Does Email Go?</a:t>
            </a:r>
          </a:p>
        </p:txBody>
      </p:sp>
      <p:sp>
        <p:nvSpPr>
          <p:cNvPr id="3" name="Content Placeholder 2"/>
          <p:cNvSpPr>
            <a:spLocks noGrp="1"/>
          </p:cNvSpPr>
          <p:nvPr>
            <p:ph idx="1"/>
          </p:nvPr>
        </p:nvSpPr>
        <p:spPr/>
        <p:txBody>
          <a:bodyPr>
            <a:normAutofit fontScale="92500" lnSpcReduction="20000"/>
          </a:bodyPr>
          <a:lstStyle/>
          <a:p>
            <a:r>
              <a:rPr lang="en-US" dirty="0"/>
              <a:t>When Janet sends an email to Scott, the message is transferred via simple mail transfer protocol (SMTP)</a:t>
            </a:r>
          </a:p>
          <a:p>
            <a:endParaRPr lang="en-US" sz="1300" dirty="0"/>
          </a:p>
          <a:p>
            <a:r>
              <a:rPr lang="en-US" dirty="0"/>
              <a:t>The message is transferred through multiple ISPs and servers before it arrives at Scott’s post office protocol (POP) server</a:t>
            </a:r>
          </a:p>
          <a:p>
            <a:endParaRPr lang="en-US" sz="1200" dirty="0"/>
          </a:p>
          <a:p>
            <a:r>
              <a:rPr lang="en-US" dirty="0"/>
              <a:t>Scott receives the email when his email client logs into the POP server on his behalf</a:t>
            </a:r>
          </a:p>
          <a:p>
            <a:endParaRPr lang="en-US" sz="1200" dirty="0"/>
          </a:p>
          <a:p>
            <a:r>
              <a:rPr lang="en-US" dirty="0"/>
              <a:t>Any of the servers in this chain of communication can see and keep Janet’s email</a:t>
            </a:r>
          </a:p>
          <a:p>
            <a:endParaRPr lang="en-US" sz="1100" dirty="0"/>
          </a:p>
          <a:p>
            <a:r>
              <a:rPr lang="en-US" b="1" dirty="0"/>
              <a:t>Email is subject to interception and modification at many points from sender to recipient.</a:t>
            </a:r>
            <a:endParaRPr lang="en-US"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15</a:t>
            </a:fld>
            <a:endParaRPr lang="en-US">
              <a:latin typeface="Arial"/>
            </a:endParaRPr>
          </a:p>
        </p:txBody>
      </p:sp>
    </p:spTree>
    <p:extLst>
      <p:ext uri="{BB962C8B-B14F-4D97-AF65-F5344CB8AC3E}">
        <p14:creationId xmlns:p14="http://schemas.microsoft.com/office/powerpoint/2010/main" val="392422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Does Email Go?</a:t>
            </a:r>
          </a:p>
        </p:txBody>
      </p:sp>
      <p:sp>
        <p:nvSpPr>
          <p:cNvPr id="3" name="Content Placeholder 2"/>
          <p:cNvSpPr>
            <a:spLocks noGrp="1"/>
          </p:cNvSpPr>
          <p:nvPr>
            <p:ph idx="1"/>
          </p:nvPr>
        </p:nvSpPr>
        <p:spPr>
          <a:xfrm>
            <a:off x="304800" y="1371600"/>
            <a:ext cx="11582400" cy="4343400"/>
          </a:xfrm>
        </p:spPr>
        <p:txBody>
          <a:bodyPr>
            <a:normAutofit/>
          </a:bodyPr>
          <a:lstStyle/>
          <a:p>
            <a:r>
              <a:rPr lang="en-US" dirty="0"/>
              <a:t>Popular mail handlers such as Outlook, Mail (from Apple), </a:t>
            </a:r>
            <a:r>
              <a:rPr lang="en-US" dirty="0" err="1"/>
              <a:t>gmail</a:t>
            </a:r>
            <a:r>
              <a:rPr lang="en-US" dirty="0"/>
              <a:t>, and others protect email from the client’s workstation through mail agents, across the Internet, and to the recipient’s workstation. </a:t>
            </a:r>
          </a:p>
          <a:p>
            <a:endParaRPr lang="en-US" sz="1000" dirty="0"/>
          </a:p>
          <a:p>
            <a:r>
              <a:rPr lang="en-US" dirty="0"/>
              <a:t>That protection is considered end-to-end, meaning from the sender to the recipient. </a:t>
            </a:r>
          </a:p>
          <a:p>
            <a:endParaRPr lang="en-US" sz="1000" dirty="0"/>
          </a:p>
          <a:p>
            <a:r>
              <a:rPr lang="en-US" dirty="0"/>
              <a:t>Encrypted email protection is subject to the strength of the encryption and the security of the encryption protocol.</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16</a:t>
            </a:fld>
            <a:endParaRPr lang="en-US">
              <a:latin typeface="Arial"/>
            </a:endParaRPr>
          </a:p>
        </p:txBody>
      </p:sp>
    </p:spTree>
    <p:extLst>
      <p:ext uri="{BB962C8B-B14F-4D97-AF65-F5344CB8AC3E}">
        <p14:creationId xmlns:p14="http://schemas.microsoft.com/office/powerpoint/2010/main" val="709316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Anonymous or Disappearing Email</a:t>
            </a:r>
          </a:p>
        </p:txBody>
      </p:sp>
      <p:sp>
        <p:nvSpPr>
          <p:cNvPr id="3" name="Content Placeholder 2"/>
          <p:cNvSpPr>
            <a:spLocks noGrp="1"/>
          </p:cNvSpPr>
          <p:nvPr>
            <p:ph idx="1"/>
          </p:nvPr>
        </p:nvSpPr>
        <p:spPr/>
        <p:txBody>
          <a:bodyPr>
            <a:normAutofit/>
          </a:bodyPr>
          <a:lstStyle/>
          <a:p>
            <a:pPr marL="0" indent="0">
              <a:buNone/>
            </a:pPr>
            <a:r>
              <a:rPr lang="en-US" dirty="0"/>
              <a:t>Obtain one, use it for a while, and discard it.</a:t>
            </a:r>
          </a:p>
          <a:p>
            <a:endParaRPr lang="en-US" sz="1000" dirty="0"/>
          </a:p>
          <a:p>
            <a:pPr lvl="1">
              <a:buClr>
                <a:srgbClr val="ED1B2F"/>
              </a:buClr>
              <a:buFont typeface="Arial" panose="020B0604020202020204" pitchFamily="34" charset="0"/>
              <a:buChar char="•"/>
            </a:pPr>
            <a:r>
              <a:rPr lang="en-US" dirty="0"/>
              <a:t>For example: employees sending tips or complaining to management may want to do so anonymously.</a:t>
            </a:r>
          </a:p>
          <a:p>
            <a:pPr marL="457200" lvl="1" indent="0">
              <a:buClr>
                <a:srgbClr val="ED1B2F"/>
              </a:buClr>
              <a:buNone/>
            </a:pPr>
            <a:endParaRPr lang="en-US" sz="1000" dirty="0"/>
          </a:p>
          <a:p>
            <a:pPr lvl="1">
              <a:buClr>
                <a:srgbClr val="ED1B2F"/>
              </a:buClr>
              <a:buFont typeface="Arial" panose="020B0604020202020204" pitchFamily="34" charset="0"/>
              <a:buChar char="•"/>
            </a:pPr>
            <a:r>
              <a:rPr lang="en-US" dirty="0"/>
              <a:t>Disposable email addresses from sites like mailinator.com</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17</a:t>
            </a:fld>
            <a:endParaRPr lang="en-US">
              <a:latin typeface="Arial"/>
            </a:endParaRPr>
          </a:p>
        </p:txBody>
      </p:sp>
    </p:spTree>
    <p:extLst>
      <p:ext uri="{BB962C8B-B14F-4D97-AF65-F5344CB8AC3E}">
        <p14:creationId xmlns:p14="http://schemas.microsoft.com/office/powerpoint/2010/main" val="3015285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Anonymous or Disappearing Email</a:t>
            </a:r>
          </a:p>
        </p:txBody>
      </p:sp>
      <p:sp>
        <p:nvSpPr>
          <p:cNvPr id="3" name="Content Placeholder 2"/>
          <p:cNvSpPr>
            <a:spLocks noGrp="1"/>
          </p:cNvSpPr>
          <p:nvPr>
            <p:ph idx="1"/>
          </p:nvPr>
        </p:nvSpPr>
        <p:spPr/>
        <p:txBody>
          <a:bodyPr>
            <a:normAutofit/>
          </a:bodyPr>
          <a:lstStyle/>
          <a:p>
            <a:pPr marL="0" indent="0">
              <a:buNone/>
            </a:pPr>
            <a:r>
              <a:rPr lang="en-US" dirty="0"/>
              <a:t>Another solution is a remailer. </a:t>
            </a:r>
          </a:p>
          <a:p>
            <a:endParaRPr lang="en-US" sz="1000" dirty="0"/>
          </a:p>
          <a:p>
            <a:pPr lvl="1">
              <a:buClr>
                <a:srgbClr val="ED1B2F"/>
              </a:buClr>
              <a:buFont typeface="Arial" panose="020B0604020202020204" pitchFamily="34" charset="0"/>
              <a:buChar char="•"/>
            </a:pPr>
            <a:r>
              <a:rPr lang="en-US" dirty="0"/>
              <a:t>A </a:t>
            </a:r>
            <a:r>
              <a:rPr lang="en-US" b="1" dirty="0"/>
              <a:t>remailer </a:t>
            </a:r>
            <a:r>
              <a:rPr lang="en-US" dirty="0"/>
              <a:t>is a trusted third party to whom you send an email message and indicate to whom you want your mail sent. </a:t>
            </a:r>
          </a:p>
          <a:p>
            <a:pPr lvl="1">
              <a:buClr>
                <a:srgbClr val="ED1B2F"/>
              </a:buClr>
              <a:buFont typeface="Arial" panose="020B0604020202020204" pitchFamily="34" charset="0"/>
              <a:buChar char="•"/>
            </a:pPr>
            <a:endParaRPr lang="en-US" sz="1000" dirty="0"/>
          </a:p>
          <a:p>
            <a:pPr lvl="1">
              <a:buClr>
                <a:srgbClr val="ED1B2F"/>
              </a:buClr>
              <a:buFont typeface="Arial" panose="020B0604020202020204" pitchFamily="34" charset="0"/>
              <a:buChar char="•"/>
            </a:pPr>
            <a:r>
              <a:rPr lang="en-US" dirty="0"/>
              <a:t>The remailer strips off the sender’s name and address, assigns an anonymous pseudonym as the sender, and forwards the message to the designated recipient.</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18</a:t>
            </a:fld>
            <a:endParaRPr lang="en-US">
              <a:latin typeface="Arial"/>
            </a:endParaRPr>
          </a:p>
        </p:txBody>
      </p:sp>
    </p:spTree>
    <p:extLst>
      <p:ext uri="{BB962C8B-B14F-4D97-AF65-F5344CB8AC3E}">
        <p14:creationId xmlns:p14="http://schemas.microsoft.com/office/powerpoint/2010/main" val="317089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Anonymous or Disappearing Email</a:t>
            </a:r>
          </a:p>
        </p:txBody>
      </p:sp>
      <p:sp>
        <p:nvSpPr>
          <p:cNvPr id="3" name="Content Placeholder 2"/>
          <p:cNvSpPr>
            <a:spLocks noGrp="1"/>
          </p:cNvSpPr>
          <p:nvPr>
            <p:ph idx="1"/>
          </p:nvPr>
        </p:nvSpPr>
        <p:spPr/>
        <p:txBody>
          <a:bodyPr>
            <a:normAutofit/>
          </a:bodyPr>
          <a:lstStyle/>
          <a:p>
            <a:pPr marL="0" indent="0">
              <a:buNone/>
            </a:pPr>
            <a:r>
              <a:rPr lang="en-US" dirty="0"/>
              <a:t>Another solution is a remailer. </a:t>
            </a:r>
          </a:p>
          <a:p>
            <a:pPr lvl="1">
              <a:buClr>
                <a:srgbClr val="ED1B2F"/>
              </a:buClr>
              <a:buFont typeface="Arial" panose="020B0604020202020204" pitchFamily="34" charset="0"/>
              <a:buChar char="•"/>
            </a:pPr>
            <a:r>
              <a:rPr lang="en-US" dirty="0"/>
              <a:t>The third party keeps a record of the correspondence between pseudonyms and real names and addresses. </a:t>
            </a:r>
          </a:p>
          <a:p>
            <a:pPr lvl="1">
              <a:buClr>
                <a:srgbClr val="ED1B2F"/>
              </a:buClr>
              <a:buFont typeface="Arial" panose="020B0604020202020204" pitchFamily="34" charset="0"/>
              <a:buChar char="•"/>
            </a:pPr>
            <a:r>
              <a:rPr lang="en-US" dirty="0"/>
              <a:t>If the recipient replies, the remailer removes the recipient’s name and address, applies a different anonymous pseudonym, and forwards the message to the original sender. </a:t>
            </a:r>
          </a:p>
          <a:p>
            <a:pPr lvl="2">
              <a:buClr>
                <a:srgbClr val="ED1B2F"/>
              </a:buClr>
              <a:buFont typeface="Wingdings" panose="05000000000000000000" pitchFamily="2" charset="2"/>
              <a:buChar char="v"/>
            </a:pPr>
            <a:r>
              <a:rPr lang="en-US" dirty="0"/>
              <a:t>Such a remailer knows both sender and receiver, so it provides </a:t>
            </a:r>
            <a:r>
              <a:rPr lang="en-US" dirty="0" err="1"/>
              <a:t>pseudonymity</a:t>
            </a:r>
            <a:r>
              <a:rPr lang="en-US" dirty="0"/>
              <a:t>, not anonymity.</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19</a:t>
            </a:fld>
            <a:endParaRPr lang="en-US">
              <a:latin typeface="Arial"/>
            </a:endParaRPr>
          </a:p>
        </p:txBody>
      </p:sp>
    </p:spTree>
    <p:extLst>
      <p:ext uri="{BB962C8B-B14F-4D97-AF65-F5344CB8AC3E}">
        <p14:creationId xmlns:p14="http://schemas.microsoft.com/office/powerpoint/2010/main" val="3392448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Anonymous or Disappearing Email</a:t>
            </a:r>
          </a:p>
        </p:txBody>
      </p:sp>
      <p:sp>
        <p:nvSpPr>
          <p:cNvPr id="3" name="Content Placeholder 2"/>
          <p:cNvSpPr>
            <a:spLocks noGrp="1"/>
          </p:cNvSpPr>
          <p:nvPr>
            <p:ph idx="1"/>
          </p:nvPr>
        </p:nvSpPr>
        <p:spPr>
          <a:xfrm>
            <a:off x="457200" y="1676400"/>
            <a:ext cx="11582400" cy="3200400"/>
          </a:xfrm>
        </p:spPr>
        <p:txBody>
          <a:bodyPr>
            <a:normAutofit/>
          </a:bodyPr>
          <a:lstStyle/>
          <a:p>
            <a:pPr marL="0" indent="0">
              <a:buNone/>
            </a:pPr>
            <a:r>
              <a:rPr lang="en-US" dirty="0"/>
              <a:t>Multiple remailers to gain stronger anonymity</a:t>
            </a:r>
          </a:p>
          <a:p>
            <a:pPr lvl="1">
              <a:buClr>
                <a:srgbClr val="ED1B2F"/>
              </a:buClr>
              <a:buFont typeface="Arial" panose="020B0604020202020204" pitchFamily="34" charset="0"/>
              <a:buChar char="•"/>
            </a:pPr>
            <a:r>
              <a:rPr lang="en-US" dirty="0"/>
              <a:t>The sender selects three remailers</a:t>
            </a:r>
          </a:p>
          <a:p>
            <a:pPr lvl="1">
              <a:buClr>
                <a:srgbClr val="ED1B2F"/>
              </a:buClr>
              <a:buFont typeface="Arial" panose="020B0604020202020204" pitchFamily="34" charset="0"/>
              <a:buChar char="•"/>
            </a:pPr>
            <a:r>
              <a:rPr lang="en-US" dirty="0"/>
              <a:t>he encrypts the message with each of their public keys in succession</a:t>
            </a:r>
          </a:p>
          <a:p>
            <a:pPr lvl="1">
              <a:buClr>
                <a:srgbClr val="ED1B2F"/>
              </a:buClr>
              <a:buFont typeface="Arial" panose="020B0604020202020204" pitchFamily="34" charset="0"/>
              <a:buChar char="•"/>
            </a:pPr>
            <a:r>
              <a:rPr lang="en-US" dirty="0"/>
              <a:t>he then sends the message through them in the reverse of that order, with each one’s public key being able to open only one layer of message.</a:t>
            </a:r>
          </a:p>
          <a:p>
            <a:endParaRPr lang="en-US"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20</a:t>
            </a:fld>
            <a:endParaRPr lang="en-US">
              <a:latin typeface="Arial"/>
            </a:endParaRPr>
          </a:p>
        </p:txBody>
      </p:sp>
    </p:spTree>
    <p:extLst>
      <p:ext uri="{BB962C8B-B14F-4D97-AF65-F5344CB8AC3E}">
        <p14:creationId xmlns:p14="http://schemas.microsoft.com/office/powerpoint/2010/main" val="18419626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Anonymous or Disappearing Email</a:t>
            </a:r>
          </a:p>
        </p:txBody>
      </p:sp>
      <p:sp>
        <p:nvSpPr>
          <p:cNvPr id="3" name="Content Placeholder 2"/>
          <p:cNvSpPr>
            <a:spLocks noGrp="1"/>
          </p:cNvSpPr>
          <p:nvPr>
            <p:ph idx="1"/>
          </p:nvPr>
        </p:nvSpPr>
        <p:spPr/>
        <p:txBody>
          <a:bodyPr>
            <a:normAutofit/>
          </a:bodyPr>
          <a:lstStyle/>
          <a:p>
            <a:pPr marL="0" indent="0">
              <a:buNone/>
            </a:pPr>
            <a:r>
              <a:rPr lang="en-US" dirty="0"/>
              <a:t>Disappearing email</a:t>
            </a:r>
          </a:p>
          <a:p>
            <a:pPr lvl="1">
              <a:buClr>
                <a:srgbClr val="ED1B2F"/>
              </a:buClr>
              <a:buFont typeface="Arial" panose="020B0604020202020204" pitchFamily="34" charset="0"/>
              <a:buChar char="•"/>
            </a:pPr>
            <a:r>
              <a:rPr lang="en-US" dirty="0"/>
              <a:t>Because email travels through so many servers, it cannot be made to truly disappear.</a:t>
            </a:r>
          </a:p>
          <a:p>
            <a:pPr lvl="1">
              <a:buClr>
                <a:srgbClr val="ED1B2F"/>
              </a:buClr>
              <a:buFont typeface="Arial" panose="020B0604020202020204" pitchFamily="34" charset="0"/>
              <a:buChar char="•"/>
            </a:pPr>
            <a:r>
              <a:rPr lang="en-US" dirty="0"/>
              <a:t>Email copies can remain with the recipient and at intermediate points for an unlimited time.</a:t>
            </a:r>
          </a:p>
          <a:p>
            <a:pPr lvl="1">
              <a:buClr>
                <a:srgbClr val="ED1B2F"/>
              </a:buClr>
              <a:buFont typeface="Arial" panose="020B0604020202020204" pitchFamily="34" charset="0"/>
              <a:buChar char="•"/>
            </a:pPr>
            <a:r>
              <a:rPr lang="en-US" dirty="0"/>
              <a:t>Messaging services like </a:t>
            </a:r>
            <a:r>
              <a:rPr lang="en-US" dirty="0" err="1"/>
              <a:t>Snapchat</a:t>
            </a:r>
            <a:r>
              <a:rPr lang="en-US" dirty="0"/>
              <a:t>, which claims to make messages disappear, cannot guarantee that recipients will not be able to save those messages</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21</a:t>
            </a:fld>
            <a:endParaRPr lang="en-US">
              <a:latin typeface="Arial"/>
            </a:endParaRPr>
          </a:p>
        </p:txBody>
      </p:sp>
    </p:spTree>
    <p:extLst>
      <p:ext uri="{BB962C8B-B14F-4D97-AF65-F5344CB8AC3E}">
        <p14:creationId xmlns:p14="http://schemas.microsoft.com/office/powerpoint/2010/main" val="1155064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2">
            <a:extLst>
              <a:ext uri="{FF2B5EF4-FFF2-40B4-BE49-F238E27FC236}">
                <a16:creationId xmlns:a16="http://schemas.microsoft.com/office/drawing/2014/main" id="{E929110D-C9D7-40A9-AFC5-5F04984A60CF}"/>
              </a:ext>
            </a:extLst>
          </p:cNvPr>
          <p:cNvSpPr>
            <a:spLocks noChangeArrowheads="1"/>
          </p:cNvSpPr>
          <p:nvPr/>
        </p:nvSpPr>
        <p:spPr bwMode="auto">
          <a:xfrm>
            <a:off x="1981200" y="3810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en-US" sz="4400" dirty="0">
                <a:latin typeface="+mj-lt"/>
                <a:ea typeface="+mj-ea"/>
                <a:cs typeface="+mj-cs"/>
              </a:rPr>
              <a:t>Social Engineering</a:t>
            </a:r>
          </a:p>
        </p:txBody>
      </p:sp>
      <p:sp>
        <p:nvSpPr>
          <p:cNvPr id="122883" name="Line 3">
            <a:extLst>
              <a:ext uri="{FF2B5EF4-FFF2-40B4-BE49-F238E27FC236}">
                <a16:creationId xmlns:a16="http://schemas.microsoft.com/office/drawing/2014/main" id="{0E308C96-09D6-4477-8AA0-3EAA957C93F1}"/>
              </a:ext>
            </a:extLst>
          </p:cNvPr>
          <p:cNvSpPr>
            <a:spLocks noChangeShapeType="1"/>
          </p:cNvSpPr>
          <p:nvPr/>
        </p:nvSpPr>
        <p:spPr bwMode="auto">
          <a:xfrm>
            <a:off x="1828800" y="1143000"/>
            <a:ext cx="8458200"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5" name="Text Box 5">
            <a:extLst>
              <a:ext uri="{FF2B5EF4-FFF2-40B4-BE49-F238E27FC236}">
                <a16:creationId xmlns:a16="http://schemas.microsoft.com/office/drawing/2014/main" id="{4F39CF48-D161-4AFE-AE8B-730D79A48B19}"/>
              </a:ext>
            </a:extLst>
          </p:cNvPr>
          <p:cNvSpPr txBox="1">
            <a:spLocks noChangeArrowheads="1"/>
          </p:cNvSpPr>
          <p:nvPr/>
        </p:nvSpPr>
        <p:spPr bwMode="auto">
          <a:xfrm>
            <a:off x="2057401" y="1727200"/>
            <a:ext cx="8016875"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buFont typeface="Arial" panose="020B0604020202020204" pitchFamily="34" charset="0"/>
              <a:buChar char="•"/>
            </a:pPr>
            <a:r>
              <a:rPr lang="en-US" altLang="en-US" sz="2400" dirty="0"/>
              <a:t>Social Engineering (SE), however, isn’t a technical skill, though it is seen as the skill of hacking the human; compromising the most complex computer on the planet...the human brain! </a:t>
            </a:r>
          </a:p>
          <a:p>
            <a:pPr marL="342900" indent="-342900">
              <a:buFont typeface="Arial" panose="020B0604020202020204" pitchFamily="34" charset="0"/>
              <a:buChar char="•"/>
            </a:pPr>
            <a:r>
              <a:rPr lang="en-US" altLang="en-US" sz="2400" dirty="0"/>
              <a:t>There are numerous definitions of SE but for the purpose of this lesson we've defined it as follows “convincing someone to do something for you that will ultimately lead you to achieve your desired goal, usually without them realizing it.” </a:t>
            </a:r>
          </a:p>
          <a:p>
            <a:pPr marL="342900" indent="-342900">
              <a:buFont typeface="Arial" panose="020B0604020202020204" pitchFamily="34" charset="0"/>
              <a:buChar char="•"/>
            </a:pPr>
            <a:endParaRPr lang="en-US" altLang="en-US" sz="2400" dirty="0"/>
          </a:p>
          <a:p>
            <a:pPr marL="342900" indent="-342900">
              <a:buFont typeface="Arial" panose="020B0604020202020204" pitchFamily="34" charset="0"/>
              <a:buChar char="•"/>
            </a:pPr>
            <a:r>
              <a:rPr lang="en-US" altLang="en-US" sz="2400" dirty="0"/>
              <a:t>Exploiting vulnerabilities in the user, not the network or device</a:t>
            </a:r>
          </a:p>
          <a:p>
            <a:endParaRPr lang="en-US" alt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2">
            <a:extLst>
              <a:ext uri="{FF2B5EF4-FFF2-40B4-BE49-F238E27FC236}">
                <a16:creationId xmlns:a16="http://schemas.microsoft.com/office/drawing/2014/main" id="{E929110D-C9D7-40A9-AFC5-5F04984A60CF}"/>
              </a:ext>
            </a:extLst>
          </p:cNvPr>
          <p:cNvSpPr>
            <a:spLocks noChangeArrowheads="1"/>
          </p:cNvSpPr>
          <p:nvPr/>
        </p:nvSpPr>
        <p:spPr bwMode="auto">
          <a:xfrm>
            <a:off x="1981200" y="3810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en-US" sz="4400" dirty="0">
                <a:latin typeface="+mj-lt"/>
                <a:ea typeface="+mj-ea"/>
                <a:cs typeface="+mj-cs"/>
              </a:rPr>
              <a:t>Social Engineering</a:t>
            </a:r>
          </a:p>
        </p:txBody>
      </p:sp>
      <p:sp>
        <p:nvSpPr>
          <p:cNvPr id="122883" name="Line 3">
            <a:extLst>
              <a:ext uri="{FF2B5EF4-FFF2-40B4-BE49-F238E27FC236}">
                <a16:creationId xmlns:a16="http://schemas.microsoft.com/office/drawing/2014/main" id="{0E308C96-09D6-4477-8AA0-3EAA957C93F1}"/>
              </a:ext>
            </a:extLst>
          </p:cNvPr>
          <p:cNvSpPr>
            <a:spLocks noChangeShapeType="1"/>
          </p:cNvSpPr>
          <p:nvPr/>
        </p:nvSpPr>
        <p:spPr bwMode="auto">
          <a:xfrm>
            <a:off x="1828800" y="1143000"/>
            <a:ext cx="8458200"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5" name="Text Box 5">
            <a:extLst>
              <a:ext uri="{FF2B5EF4-FFF2-40B4-BE49-F238E27FC236}">
                <a16:creationId xmlns:a16="http://schemas.microsoft.com/office/drawing/2014/main" id="{4F39CF48-D161-4AFE-AE8B-730D79A48B19}"/>
              </a:ext>
            </a:extLst>
          </p:cNvPr>
          <p:cNvSpPr txBox="1">
            <a:spLocks noChangeArrowheads="1"/>
          </p:cNvSpPr>
          <p:nvPr/>
        </p:nvSpPr>
        <p:spPr bwMode="auto">
          <a:xfrm>
            <a:off x="1910444" y="1371601"/>
            <a:ext cx="916849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Arial" panose="020B0604020202020204" pitchFamily="34" charset="0"/>
              <a:buChar char="•"/>
            </a:pPr>
            <a:r>
              <a:rPr lang="en-US" altLang="en-US" sz="2400" dirty="0"/>
              <a:t>Passwords, firewalls, security policies, security doors, man traps, biometric scanners, security guards...all of these security controls are useless against a skilled social engineer. Because </a:t>
            </a:r>
            <a:r>
              <a:rPr lang="en-US" altLang="en-US" sz="2400" b="1" i="1" dirty="0"/>
              <a:t>social engineers prey on the weakest link in the security chain – the human</a:t>
            </a:r>
            <a:r>
              <a:rPr lang="en-US" altLang="en-US" sz="2400" dirty="0"/>
              <a:t>! </a:t>
            </a:r>
          </a:p>
          <a:p>
            <a:pPr marL="342900" indent="-342900">
              <a:buFont typeface="Arial" panose="020B0604020202020204" pitchFamily="34" charset="0"/>
              <a:buChar char="•"/>
            </a:pPr>
            <a:r>
              <a:rPr lang="en-US" altLang="en-US" sz="2400" dirty="0"/>
              <a:t>SE requires a completely different set of skills than any type of hacking you may have ever done. As a SE, you must be convincing, able to think quickly, look the part you are playing, know your target well enough to move around their environment without acting suspicious, and you must be able to control your own fears. Hackers tend to have poor social skills. </a:t>
            </a:r>
          </a:p>
          <a:p>
            <a:pPr marL="342900" indent="-342900">
              <a:buFont typeface="Arial" panose="020B0604020202020204" pitchFamily="34" charset="0"/>
              <a:buChar char="•"/>
            </a:pPr>
            <a:r>
              <a:rPr lang="en-US" altLang="en-US" sz="2400" dirty="0"/>
              <a:t>Society has trained most people to be polite, be obedient, help others, avoid conflict and also to trust and believe what they are told. </a:t>
            </a:r>
          </a:p>
        </p:txBody>
      </p:sp>
    </p:spTree>
    <p:extLst>
      <p:ext uri="{BB962C8B-B14F-4D97-AF65-F5344CB8AC3E}">
        <p14:creationId xmlns:p14="http://schemas.microsoft.com/office/powerpoint/2010/main" val="1505001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2">
            <a:extLst>
              <a:ext uri="{FF2B5EF4-FFF2-40B4-BE49-F238E27FC236}">
                <a16:creationId xmlns:a16="http://schemas.microsoft.com/office/drawing/2014/main" id="{E929110D-C9D7-40A9-AFC5-5F04984A60CF}"/>
              </a:ext>
            </a:extLst>
          </p:cNvPr>
          <p:cNvSpPr>
            <a:spLocks noChangeArrowheads="1"/>
          </p:cNvSpPr>
          <p:nvPr/>
        </p:nvSpPr>
        <p:spPr bwMode="auto">
          <a:xfrm>
            <a:off x="1981200" y="3810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en-US" sz="4400" dirty="0">
                <a:latin typeface="+mj-lt"/>
                <a:ea typeface="+mj-ea"/>
                <a:cs typeface="+mj-cs"/>
              </a:rPr>
              <a:t>Why Use Social Engineering</a:t>
            </a:r>
          </a:p>
        </p:txBody>
      </p:sp>
      <p:sp>
        <p:nvSpPr>
          <p:cNvPr id="122883" name="Line 3">
            <a:extLst>
              <a:ext uri="{FF2B5EF4-FFF2-40B4-BE49-F238E27FC236}">
                <a16:creationId xmlns:a16="http://schemas.microsoft.com/office/drawing/2014/main" id="{0E308C96-09D6-4477-8AA0-3EAA957C93F1}"/>
              </a:ext>
            </a:extLst>
          </p:cNvPr>
          <p:cNvSpPr>
            <a:spLocks noChangeShapeType="1"/>
          </p:cNvSpPr>
          <p:nvPr/>
        </p:nvSpPr>
        <p:spPr bwMode="auto">
          <a:xfrm>
            <a:off x="1828800" y="1143000"/>
            <a:ext cx="8458200"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 name="Picture 1">
            <a:extLst>
              <a:ext uri="{FF2B5EF4-FFF2-40B4-BE49-F238E27FC236}">
                <a16:creationId xmlns:a16="http://schemas.microsoft.com/office/drawing/2014/main" id="{4433AE86-26FF-4B52-A296-BAE0B0AF6EFC}"/>
              </a:ext>
            </a:extLst>
          </p:cNvPr>
          <p:cNvPicPr>
            <a:picLocks noChangeAspect="1"/>
          </p:cNvPicPr>
          <p:nvPr/>
        </p:nvPicPr>
        <p:blipFill>
          <a:blip r:embed="rId3"/>
          <a:stretch>
            <a:fillRect/>
          </a:stretch>
        </p:blipFill>
        <p:spPr>
          <a:xfrm>
            <a:off x="2970644" y="1767200"/>
            <a:ext cx="6001905" cy="4502971"/>
          </a:xfrm>
          <a:prstGeom prst="rect">
            <a:avLst/>
          </a:prstGeom>
        </p:spPr>
      </p:pic>
    </p:spTree>
    <p:extLst>
      <p:ext uri="{BB962C8B-B14F-4D97-AF65-F5344CB8AC3E}">
        <p14:creationId xmlns:p14="http://schemas.microsoft.com/office/powerpoint/2010/main" val="2795054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2">
            <a:extLst>
              <a:ext uri="{FF2B5EF4-FFF2-40B4-BE49-F238E27FC236}">
                <a16:creationId xmlns:a16="http://schemas.microsoft.com/office/drawing/2014/main" id="{E929110D-C9D7-40A9-AFC5-5F04984A60CF}"/>
              </a:ext>
            </a:extLst>
          </p:cNvPr>
          <p:cNvSpPr>
            <a:spLocks noChangeArrowheads="1"/>
          </p:cNvSpPr>
          <p:nvPr/>
        </p:nvSpPr>
        <p:spPr bwMode="auto">
          <a:xfrm>
            <a:off x="1981200" y="3810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en-US" sz="4400" dirty="0">
                <a:latin typeface="+mj-lt"/>
                <a:ea typeface="+mj-ea"/>
                <a:cs typeface="+mj-cs"/>
              </a:rPr>
              <a:t>Who Uses Social Engineering </a:t>
            </a:r>
          </a:p>
        </p:txBody>
      </p:sp>
      <p:sp>
        <p:nvSpPr>
          <p:cNvPr id="122883" name="Line 3">
            <a:extLst>
              <a:ext uri="{FF2B5EF4-FFF2-40B4-BE49-F238E27FC236}">
                <a16:creationId xmlns:a16="http://schemas.microsoft.com/office/drawing/2014/main" id="{0E308C96-09D6-4477-8AA0-3EAA957C93F1}"/>
              </a:ext>
            </a:extLst>
          </p:cNvPr>
          <p:cNvSpPr>
            <a:spLocks noChangeShapeType="1"/>
          </p:cNvSpPr>
          <p:nvPr/>
        </p:nvSpPr>
        <p:spPr bwMode="auto">
          <a:xfrm>
            <a:off x="1828800" y="1143000"/>
            <a:ext cx="8458200"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 name="Picture 2">
            <a:extLst>
              <a:ext uri="{FF2B5EF4-FFF2-40B4-BE49-F238E27FC236}">
                <a16:creationId xmlns:a16="http://schemas.microsoft.com/office/drawing/2014/main" id="{0E70749F-3DE7-41F3-BA3C-4362AD9A6967}"/>
              </a:ext>
            </a:extLst>
          </p:cNvPr>
          <p:cNvPicPr>
            <a:picLocks noChangeAspect="1"/>
          </p:cNvPicPr>
          <p:nvPr/>
        </p:nvPicPr>
        <p:blipFill>
          <a:blip r:embed="rId3"/>
          <a:stretch>
            <a:fillRect/>
          </a:stretch>
        </p:blipFill>
        <p:spPr>
          <a:xfrm>
            <a:off x="1438275" y="1451396"/>
            <a:ext cx="9315450" cy="4942612"/>
          </a:xfrm>
          <a:prstGeom prst="rect">
            <a:avLst/>
          </a:prstGeom>
        </p:spPr>
      </p:pic>
    </p:spTree>
    <p:extLst>
      <p:ext uri="{BB962C8B-B14F-4D97-AF65-F5344CB8AC3E}">
        <p14:creationId xmlns:p14="http://schemas.microsoft.com/office/powerpoint/2010/main" val="4286446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2">
            <a:extLst>
              <a:ext uri="{FF2B5EF4-FFF2-40B4-BE49-F238E27FC236}">
                <a16:creationId xmlns:a16="http://schemas.microsoft.com/office/drawing/2014/main" id="{E929110D-C9D7-40A9-AFC5-5F04984A60CF}"/>
              </a:ext>
            </a:extLst>
          </p:cNvPr>
          <p:cNvSpPr>
            <a:spLocks noChangeArrowheads="1"/>
          </p:cNvSpPr>
          <p:nvPr/>
        </p:nvSpPr>
        <p:spPr bwMode="auto">
          <a:xfrm>
            <a:off x="1981200" y="3810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en-US" sz="4400" dirty="0">
                <a:latin typeface="+mj-lt"/>
                <a:ea typeface="+mj-ea"/>
                <a:cs typeface="+mj-cs"/>
              </a:rPr>
              <a:t>Who Uses Social Engineering </a:t>
            </a:r>
          </a:p>
        </p:txBody>
      </p:sp>
      <p:sp>
        <p:nvSpPr>
          <p:cNvPr id="122883" name="Line 3">
            <a:extLst>
              <a:ext uri="{FF2B5EF4-FFF2-40B4-BE49-F238E27FC236}">
                <a16:creationId xmlns:a16="http://schemas.microsoft.com/office/drawing/2014/main" id="{0E308C96-09D6-4477-8AA0-3EAA957C93F1}"/>
              </a:ext>
            </a:extLst>
          </p:cNvPr>
          <p:cNvSpPr>
            <a:spLocks noChangeShapeType="1"/>
          </p:cNvSpPr>
          <p:nvPr/>
        </p:nvSpPr>
        <p:spPr bwMode="auto">
          <a:xfrm>
            <a:off x="1828800" y="1143000"/>
            <a:ext cx="8458200"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 name="Picture 1">
            <a:extLst>
              <a:ext uri="{FF2B5EF4-FFF2-40B4-BE49-F238E27FC236}">
                <a16:creationId xmlns:a16="http://schemas.microsoft.com/office/drawing/2014/main" id="{468D37CA-5E40-42B3-838E-4A3C1604202A}"/>
              </a:ext>
            </a:extLst>
          </p:cNvPr>
          <p:cNvPicPr>
            <a:picLocks noChangeAspect="1"/>
          </p:cNvPicPr>
          <p:nvPr/>
        </p:nvPicPr>
        <p:blipFill>
          <a:blip r:embed="rId3"/>
          <a:stretch>
            <a:fillRect/>
          </a:stretch>
        </p:blipFill>
        <p:spPr>
          <a:xfrm>
            <a:off x="1306286" y="2208975"/>
            <a:ext cx="8980714" cy="2984844"/>
          </a:xfrm>
          <a:prstGeom prst="rect">
            <a:avLst/>
          </a:prstGeom>
        </p:spPr>
      </p:pic>
    </p:spTree>
    <p:extLst>
      <p:ext uri="{BB962C8B-B14F-4D97-AF65-F5344CB8AC3E}">
        <p14:creationId xmlns:p14="http://schemas.microsoft.com/office/powerpoint/2010/main" val="1765542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32">
            <a:extLst>
              <a:ext uri="{FF2B5EF4-FFF2-40B4-BE49-F238E27FC236}">
                <a16:creationId xmlns:a16="http://schemas.microsoft.com/office/drawing/2014/main" id="{4C6FD6AA-D0E3-4214-BD3B-7AB9AC86FCDD}"/>
              </a:ext>
            </a:extLst>
          </p:cNvPr>
          <p:cNvSpPr>
            <a:spLocks noChangeArrowheads="1"/>
          </p:cNvSpPr>
          <p:nvPr/>
        </p:nvSpPr>
        <p:spPr bwMode="auto">
          <a:xfrm>
            <a:off x="1981200" y="3810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en-US" sz="4400" dirty="0">
                <a:latin typeface="+mj-lt"/>
                <a:ea typeface="+mj-ea"/>
                <a:cs typeface="+mj-cs"/>
              </a:rPr>
              <a:t>Spoofing</a:t>
            </a:r>
          </a:p>
        </p:txBody>
      </p:sp>
      <p:sp>
        <p:nvSpPr>
          <p:cNvPr id="160771" name="Line 3">
            <a:extLst>
              <a:ext uri="{FF2B5EF4-FFF2-40B4-BE49-F238E27FC236}">
                <a16:creationId xmlns:a16="http://schemas.microsoft.com/office/drawing/2014/main" id="{FF3DBD7A-FC15-4CA8-890B-009BB0868859}"/>
              </a:ext>
            </a:extLst>
          </p:cNvPr>
          <p:cNvSpPr>
            <a:spLocks noChangeShapeType="1"/>
          </p:cNvSpPr>
          <p:nvPr/>
        </p:nvSpPr>
        <p:spPr bwMode="auto">
          <a:xfrm>
            <a:off x="1828800" y="1143000"/>
            <a:ext cx="8458200"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0773" name="Text Box 5">
            <a:extLst>
              <a:ext uri="{FF2B5EF4-FFF2-40B4-BE49-F238E27FC236}">
                <a16:creationId xmlns:a16="http://schemas.microsoft.com/office/drawing/2014/main" id="{2DB397E5-5928-4142-AA12-404B3BC0D0AE}"/>
              </a:ext>
            </a:extLst>
          </p:cNvPr>
          <p:cNvSpPr txBox="1">
            <a:spLocks noChangeArrowheads="1"/>
          </p:cNvSpPr>
          <p:nvPr/>
        </p:nvSpPr>
        <p:spPr bwMode="auto">
          <a:xfrm>
            <a:off x="2232026" y="1524001"/>
            <a:ext cx="7826375"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spcBef>
                <a:spcPct val="50000"/>
              </a:spcBef>
              <a:buFontTx/>
              <a:buChar char="•"/>
            </a:pPr>
            <a:r>
              <a:rPr lang="en-US" altLang="en-US" sz="2400">
                <a:latin typeface="Arial" panose="020B0604020202020204" pitchFamily="34" charset="0"/>
              </a:rPr>
              <a:t>Making a fake version of something in order to trick a user</a:t>
            </a:r>
          </a:p>
          <a:p>
            <a:pPr>
              <a:spcBef>
                <a:spcPct val="50000"/>
              </a:spcBef>
              <a:buFontTx/>
              <a:buChar char="•"/>
            </a:pPr>
            <a:r>
              <a:rPr lang="en-US" altLang="en-US" sz="2400">
                <a:latin typeface="Arial" panose="020B0604020202020204" pitchFamily="34" charset="0"/>
              </a:rPr>
              <a:t>Often used as part of a social engineering scam</a:t>
            </a:r>
          </a:p>
          <a:p>
            <a:pPr>
              <a:spcBef>
                <a:spcPct val="50000"/>
              </a:spcBef>
            </a:pPr>
            <a:r>
              <a:rPr lang="en-US" altLang="en-US" sz="2400">
                <a:latin typeface="Arial" panose="020B0604020202020204" pitchFamily="34" charset="0"/>
              </a:rPr>
              <a:t>Example: </a:t>
            </a:r>
          </a:p>
          <a:p>
            <a:pPr lvl="1">
              <a:spcBef>
                <a:spcPct val="50000"/>
              </a:spcBef>
              <a:buFont typeface="Arial" panose="020B0604020202020204" pitchFamily="34" charset="0"/>
              <a:buAutoNum type="arabicPeriod"/>
            </a:pPr>
            <a:r>
              <a:rPr lang="en-US" altLang="en-US" sz="2400">
                <a:latin typeface="Arial" panose="020B0604020202020204" pitchFamily="34" charset="0"/>
              </a:rPr>
              <a:t>You get an email saying something is wrong with your ebay account.</a:t>
            </a:r>
          </a:p>
          <a:p>
            <a:pPr lvl="1">
              <a:spcBef>
                <a:spcPct val="50000"/>
              </a:spcBef>
              <a:buFont typeface="Arial" panose="020B0604020202020204" pitchFamily="34" charset="0"/>
              <a:buAutoNum type="arabicPeriod"/>
            </a:pPr>
            <a:r>
              <a:rPr lang="en-US" altLang="en-US" sz="2400">
                <a:latin typeface="Arial" panose="020B0604020202020204" pitchFamily="34" charset="0"/>
              </a:rPr>
              <a:t>It provides a link to a website </a:t>
            </a:r>
            <a:r>
              <a:rPr lang="en-US" altLang="en-US" sz="2400">
                <a:latin typeface="Arial" panose="020B0604020202020204" pitchFamily="34" charset="0"/>
                <a:hlinkClick r:id="rId3"/>
              </a:rPr>
              <a:t>www.ebayaccounts.com</a:t>
            </a:r>
            <a:endParaRPr lang="en-US" altLang="en-US" sz="2400">
              <a:latin typeface="Arial" panose="020B0604020202020204" pitchFamily="34" charset="0"/>
            </a:endParaRPr>
          </a:p>
          <a:p>
            <a:pPr lvl="1">
              <a:spcBef>
                <a:spcPct val="50000"/>
              </a:spcBef>
              <a:buFont typeface="Arial" panose="020B0604020202020204" pitchFamily="34" charset="0"/>
              <a:buAutoNum type="arabicPeriod"/>
            </a:pPr>
            <a:r>
              <a:rPr lang="en-US" altLang="en-US" sz="2400">
                <a:latin typeface="Arial" panose="020B0604020202020204" pitchFamily="34" charset="0"/>
              </a:rPr>
              <a:t>The website is fake but can look completely real</a:t>
            </a:r>
          </a:p>
          <a:p>
            <a:pPr>
              <a:spcBef>
                <a:spcPct val="50000"/>
              </a:spcBef>
              <a:buFontTx/>
              <a:buChar char="•"/>
            </a:pPr>
            <a:r>
              <a:rPr lang="en-US" altLang="en-US" sz="2400">
                <a:latin typeface="Arial" panose="020B0604020202020204" pitchFamily="34" charset="0"/>
              </a:rPr>
              <a:t>Can be done with email addresses and calling trees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32">
            <a:extLst>
              <a:ext uri="{FF2B5EF4-FFF2-40B4-BE49-F238E27FC236}">
                <a16:creationId xmlns:a16="http://schemas.microsoft.com/office/drawing/2014/main" id="{C2B05C03-BF4E-4857-B758-BD00EFB541D2}"/>
              </a:ext>
            </a:extLst>
          </p:cNvPr>
          <p:cNvSpPr>
            <a:spLocks noChangeArrowheads="1"/>
          </p:cNvSpPr>
          <p:nvPr/>
        </p:nvSpPr>
        <p:spPr bwMode="auto">
          <a:xfrm>
            <a:off x="1981200" y="3810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r>
              <a:rPr lang="en-US" altLang="en-US" sz="4400" dirty="0">
                <a:latin typeface="+mj-lt"/>
                <a:ea typeface="+mj-ea"/>
                <a:cs typeface="+mj-cs"/>
              </a:rPr>
              <a:t>Preventing Social Engineering</a:t>
            </a:r>
          </a:p>
        </p:txBody>
      </p:sp>
      <p:sp>
        <p:nvSpPr>
          <p:cNvPr id="148483" name="Line 3">
            <a:extLst>
              <a:ext uri="{FF2B5EF4-FFF2-40B4-BE49-F238E27FC236}">
                <a16:creationId xmlns:a16="http://schemas.microsoft.com/office/drawing/2014/main" id="{EB50A05C-D20F-4896-A2BE-F57332B82599}"/>
              </a:ext>
            </a:extLst>
          </p:cNvPr>
          <p:cNvSpPr>
            <a:spLocks noChangeShapeType="1"/>
          </p:cNvSpPr>
          <p:nvPr/>
        </p:nvSpPr>
        <p:spPr bwMode="auto">
          <a:xfrm>
            <a:off x="1828800" y="1143000"/>
            <a:ext cx="8458200"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8485" name="Text Box 5">
            <a:extLst>
              <a:ext uri="{FF2B5EF4-FFF2-40B4-BE49-F238E27FC236}">
                <a16:creationId xmlns:a16="http://schemas.microsoft.com/office/drawing/2014/main" id="{34A74B96-CEB2-475F-8769-C27B3C3D0C36}"/>
              </a:ext>
            </a:extLst>
          </p:cNvPr>
          <p:cNvSpPr txBox="1">
            <a:spLocks noChangeArrowheads="1"/>
          </p:cNvSpPr>
          <p:nvPr/>
        </p:nvSpPr>
        <p:spPr bwMode="auto">
          <a:xfrm>
            <a:off x="1981200" y="1447800"/>
            <a:ext cx="83167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buFont typeface="Wingdings" panose="05000000000000000000" pitchFamily="2" charset="2"/>
              <a:buChar char="Ø"/>
            </a:pPr>
            <a:r>
              <a:rPr lang="en-US" altLang="en-US" sz="2400">
                <a:latin typeface="Arial" panose="020B0604020202020204" pitchFamily="34" charset="0"/>
              </a:rPr>
              <a:t>Don’t trust anyone or any information that you can’t verify</a:t>
            </a:r>
          </a:p>
          <a:p>
            <a:pPr>
              <a:buFont typeface="Wingdings" panose="05000000000000000000" pitchFamily="2" charset="2"/>
              <a:buChar char="Ø"/>
            </a:pPr>
            <a:endParaRPr lang="en-US" altLang="en-US" sz="2400">
              <a:latin typeface="Arial" panose="020B0604020202020204" pitchFamily="34" charset="0"/>
            </a:endParaRPr>
          </a:p>
          <a:p>
            <a:pPr lvl="1">
              <a:buFont typeface="Times" panose="02020603050405020304" pitchFamily="18" charset="0"/>
              <a:buAutoNum type="arabicPeriod"/>
            </a:pPr>
            <a:r>
              <a:rPr lang="en-US" altLang="en-US" sz="2400">
                <a:latin typeface="Arial" panose="020B0604020202020204" pitchFamily="34" charset="0"/>
              </a:rPr>
              <a:t>Don’t give critical info to unverified websites/phone </a:t>
            </a:r>
          </a:p>
          <a:p>
            <a:pPr lvl="1">
              <a:buFont typeface="Times" panose="02020603050405020304" pitchFamily="18" charset="0"/>
              <a:buNone/>
            </a:pPr>
            <a:r>
              <a:rPr lang="en-US" altLang="en-US" sz="2400">
                <a:latin typeface="Arial" panose="020B0604020202020204" pitchFamily="34" charset="0"/>
              </a:rPr>
              <a:t>numbers</a:t>
            </a:r>
          </a:p>
          <a:p>
            <a:pPr lvl="1">
              <a:buFont typeface="Times" panose="02020603050405020304" pitchFamily="18" charset="0"/>
              <a:buNone/>
            </a:pPr>
            <a:r>
              <a:rPr lang="en-US" altLang="en-US" sz="2400">
                <a:latin typeface="Arial" panose="020B0604020202020204" pitchFamily="34" charset="0"/>
              </a:rPr>
              <a:t>2. Don’t accept anything (i.e. programs) from unverified </a:t>
            </a:r>
          </a:p>
          <a:p>
            <a:pPr lvl="1">
              <a:buFont typeface="Times" panose="02020603050405020304" pitchFamily="18" charset="0"/>
              <a:buNone/>
            </a:pPr>
            <a:r>
              <a:rPr lang="en-US" altLang="en-US" sz="2400">
                <a:latin typeface="Arial" panose="020B0604020202020204" pitchFamily="34" charset="0"/>
              </a:rPr>
              <a:t>sources</a:t>
            </a:r>
          </a:p>
        </p:txBody>
      </p:sp>
      <p:sp>
        <p:nvSpPr>
          <p:cNvPr id="148486" name="Text Box 6">
            <a:extLst>
              <a:ext uri="{FF2B5EF4-FFF2-40B4-BE49-F238E27FC236}">
                <a16:creationId xmlns:a16="http://schemas.microsoft.com/office/drawing/2014/main" id="{D4499B2B-AEF0-4BF9-BACF-A3DB5D5D6196}"/>
              </a:ext>
            </a:extLst>
          </p:cNvPr>
          <p:cNvSpPr txBox="1">
            <a:spLocks noChangeArrowheads="1"/>
          </p:cNvSpPr>
          <p:nvPr/>
        </p:nvSpPr>
        <p:spPr bwMode="auto">
          <a:xfrm>
            <a:off x="1981201" y="4041775"/>
            <a:ext cx="867577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buFont typeface="Wingdings" panose="05000000000000000000" pitchFamily="2" charset="2"/>
              <a:buChar char="Ø"/>
            </a:pPr>
            <a:r>
              <a:rPr lang="en-US" altLang="en-US" sz="2400" dirty="0">
                <a:latin typeface="Arial" panose="020B0604020202020204" pitchFamily="34" charset="0"/>
              </a:rPr>
              <a:t>This may be inconvenient</a:t>
            </a:r>
          </a:p>
          <a:p>
            <a:endParaRPr lang="en-US" altLang="en-US" sz="2400" dirty="0">
              <a:latin typeface="Arial" panose="020B0604020202020204" pitchFamily="34" charset="0"/>
            </a:endParaRPr>
          </a:p>
          <a:p>
            <a:pPr lvl="1">
              <a:buFont typeface="Times" panose="02020603050405020304" pitchFamily="18" charset="0"/>
              <a:buAutoNum type="arabicPeriod"/>
            </a:pPr>
            <a:r>
              <a:rPr lang="en-US" altLang="en-US" sz="2400" dirty="0">
                <a:latin typeface="Arial" panose="020B0604020202020204" pitchFamily="34" charset="0"/>
              </a:rPr>
              <a:t>If your bank calls, you should call them back at a known </a:t>
            </a:r>
          </a:p>
          <a:p>
            <a:pPr lvl="1">
              <a:buFont typeface="Times" panose="02020603050405020304" pitchFamily="18" charset="0"/>
              <a:buNone/>
            </a:pPr>
            <a:r>
              <a:rPr lang="en-US" altLang="en-US" sz="2400" dirty="0">
                <a:latin typeface="Arial" panose="020B0604020202020204" pitchFamily="34" charset="0"/>
              </a:rPr>
              <a:t>Number</a:t>
            </a:r>
          </a:p>
          <a:p>
            <a:pPr lvl="1">
              <a:buFont typeface="Times" panose="02020603050405020304" pitchFamily="18" charset="0"/>
              <a:buNone/>
            </a:pPr>
            <a:r>
              <a:rPr lang="en-US" altLang="en-US" sz="2400" dirty="0">
                <a:latin typeface="Arial" panose="020B0604020202020204" pitchFamily="34" charset="0"/>
              </a:rPr>
              <a:t>2. Can’t purchase online from unknown vendors</a:t>
            </a:r>
          </a:p>
          <a:p>
            <a:pPr lvl="1">
              <a:buFont typeface="Times" panose="02020603050405020304" pitchFamily="18" charset="0"/>
              <a:buNone/>
            </a:pPr>
            <a:r>
              <a:rPr lang="en-US" altLang="en-US" sz="2400" dirty="0">
                <a:latin typeface="Arial" panose="020B0604020202020204" pitchFamily="34" charset="0"/>
              </a:rPr>
              <a:t>3. Be careful about freeware/shareware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3E0EB-1EF3-4AA1-BD92-DCA0F2D0BDE7}"/>
              </a:ext>
            </a:extLst>
          </p:cNvPr>
          <p:cNvSpPr>
            <a:spLocks noGrp="1"/>
          </p:cNvSpPr>
          <p:nvPr>
            <p:ph type="title"/>
          </p:nvPr>
        </p:nvSpPr>
        <p:spPr/>
        <p:txBody>
          <a:bodyPr/>
          <a:lstStyle/>
          <a:p>
            <a:r>
              <a:rPr lang="en-US" dirty="0"/>
              <a:t>Exercise: </a:t>
            </a:r>
          </a:p>
        </p:txBody>
      </p:sp>
      <p:sp>
        <p:nvSpPr>
          <p:cNvPr id="3" name="Content Placeholder 2">
            <a:extLst>
              <a:ext uri="{FF2B5EF4-FFF2-40B4-BE49-F238E27FC236}">
                <a16:creationId xmlns:a16="http://schemas.microsoft.com/office/drawing/2014/main" id="{21979EBE-7B84-490E-800B-C9C056DEFC97}"/>
              </a:ext>
            </a:extLst>
          </p:cNvPr>
          <p:cNvSpPr>
            <a:spLocks noGrp="1"/>
          </p:cNvSpPr>
          <p:nvPr>
            <p:ph idx="1"/>
          </p:nvPr>
        </p:nvSpPr>
        <p:spPr>
          <a:xfrm>
            <a:off x="750961" y="1066800"/>
            <a:ext cx="10690077" cy="4980269"/>
          </a:xfrm>
        </p:spPr>
        <p:txBody>
          <a:bodyPr>
            <a:normAutofit fontScale="85000" lnSpcReduction="20000"/>
          </a:bodyPr>
          <a:lstStyle/>
          <a:p>
            <a:r>
              <a:rPr lang="en-US" dirty="0"/>
              <a:t>Create a list of three organizations that you would love to gain access to, stroll around, look at their internal network settings, and eat their donuts. The target organizations must be private, military, or “Mission Impossible” level, so choose well.</a:t>
            </a:r>
          </a:p>
          <a:p>
            <a:r>
              <a:rPr lang="en-US" dirty="0"/>
              <a:t>Describe several ways you might be able to gain access to each organization without going through the front door and not using any technology beyond a cell phone. Each organization requires at least one different approach to gain access. </a:t>
            </a:r>
          </a:p>
          <a:p>
            <a:r>
              <a:rPr lang="en-US" dirty="0"/>
              <a:t>If you must go through the building front door, you need to explain how you are going to get past the twenty-five burly security guards, their hungry attack dogs, and the eyes that never blink (security cameras). Be realistic. You are not a magician and the laws of physics apply. Your budget for each breach is $1,575 US. No, you do not own a helicopter or </a:t>
            </a:r>
            <a:r>
              <a:rPr lang="en-US" dirty="0" err="1"/>
              <a:t>inviso</a:t>
            </a:r>
            <a:r>
              <a:rPr lang="en-US" dirty="0"/>
              <a:t>-spray. </a:t>
            </a:r>
          </a:p>
        </p:txBody>
      </p:sp>
    </p:spTree>
    <p:extLst>
      <p:ext uri="{BB962C8B-B14F-4D97-AF65-F5344CB8AC3E}">
        <p14:creationId xmlns:p14="http://schemas.microsoft.com/office/powerpoint/2010/main" val="2459326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Session Summary</a:t>
            </a:r>
          </a:p>
        </p:txBody>
      </p:sp>
      <p:sp>
        <p:nvSpPr>
          <p:cNvPr id="3" name="Content Placeholder 2"/>
          <p:cNvSpPr>
            <a:spLocks noGrp="1"/>
          </p:cNvSpPr>
          <p:nvPr>
            <p:ph idx="1"/>
          </p:nvPr>
        </p:nvSpPr>
        <p:spPr/>
        <p:txBody>
          <a:bodyPr/>
          <a:lstStyle/>
          <a:p>
            <a:r>
              <a:rPr lang="en-US" dirty="0"/>
              <a:t>What data is considered private is subjective</a:t>
            </a:r>
          </a:p>
          <a:p>
            <a:endParaRPr lang="en-US" sz="1000" dirty="0"/>
          </a:p>
          <a:p>
            <a:r>
              <a:rPr lang="en-US" dirty="0"/>
              <a:t>Privacy laws vary widely by jurisdiction</a:t>
            </a:r>
          </a:p>
          <a:p>
            <a:endParaRPr lang="en-US" sz="1000" dirty="0"/>
          </a:p>
          <a:p>
            <a:r>
              <a:rPr lang="en-US" dirty="0"/>
              <a:t>Email has little privacy protection by default</a:t>
            </a:r>
          </a:p>
          <a:p>
            <a:endParaRPr lang="en-US" sz="1000" dirty="0"/>
          </a:p>
          <a:p>
            <a:endParaRPr lang="en-US"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30</a:t>
            </a:fld>
            <a:endParaRPr lang="en-US">
              <a:latin typeface="Arial"/>
            </a:endParaRPr>
          </a:p>
        </p:txBody>
      </p:sp>
    </p:spTree>
    <p:extLst>
      <p:ext uri="{BB962C8B-B14F-4D97-AF65-F5344CB8AC3E}">
        <p14:creationId xmlns:p14="http://schemas.microsoft.com/office/powerpoint/2010/main" val="28251505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THEME_BG_IMAGE" val=""/>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dHJ1ZSIvPg0KCQk8dWlzaG93IG5hbWU9InByZXNlbnRlcmJpbyIgdmFsdWU9InRydWUiLz4NCgkJPHVpc2hvdyBuYW1lPSJjb21wYW55bG9nbyIgdmFsdWU9InRydWUiLz4NCgkJPHVpc2hvdyBuYW1lPSJzaWRlYmFyIiB2YWx1ZT0idHJ1ZSIvPg0KCQk8dWlzaG93IG5hbWU9Im91dGxpbmUiIHZhbHVlPSJ0cnVlIi8+DQoJCTx1aXNob3cgbmFtZT0idGh1bWJuYWlsIiB2YWx1ZT0idHJ1ZSIvPg0KCQk8dWlzaG93IG5hbWU9Im5vdGVzIiB2YWx1ZT0idHJ1ZSIvPg0KCQk8dWlzaG93IG5hbWU9InNlYXJjaCIgdmFsdWU9InRydWUiLz4NCgkJPHVpc2hvdyBuYW1lPSJxdWl6IiB2YWx1ZT0idHJ1ZSIvPg0KCQk8dWlzaG93IG5hbWU9ImF0dGFjaG1lbnRzIiB2YWx1ZT0idHJ1ZSIvPg0KCQk8dWlzaG93IG5hbWU9InV0aWxzIiB2YWx1ZT0idHJ1ZSIvPg0KCQk8dWlzaG93IG5hbWU9InZvbHVtZSIgdmFsdWU9InRydWUiLz4NCgkJPHVpc2hvdyBuYW1lPSJwbGF5YmFyIiB2YWx1ZT0idHJ1ZSIvPg0KCQk8dWlzaG93IG5hbWU9InRhbGtpbmdoZWFkIiB2YWx1ZT0idHJ1ZSIvPg0KCQk8dWlzaG93IG5hbWU9InNpZGViYXJvbnJpZ2h0IiB2YWx1ZT0idHJ1ZSIvPg0KCQk8dWlzaG93IG5hbWU9InZpZXdjaGFuZ2UiIHZhbHVlPSJ0cnVlIi8+DQoJCTx1aXNob3cgbmFtZT0iYWx3YXlzU2NydW5jaCIgdmFsdWU9ImZhbHNlIi8+DQoJCTx1aXNob3cgbmFtZT0iaW5pdGlhbGRpc3BsYXltb2RlaXNub3JtYWwiIHZhbHVlPSJ0cnVlIi8+DQoJCTx1aXJlcGxhY2UgbmFtZT0ibG9nbyIgdmFsdWU9IiIvPg0KCQk8dWlyZXBsYWNlIG5hbWU9ImJnaW1hZ2UiIHZhbHVlPSIiLz4NCgkJPHVpcmVwbGFjZSBuYW1lPSJpbml0aWFsdGFiIiB2YWx1ZT0ib3V0bGluZSIvPg0KCTwvbGF5b3V0Pg0KCTxsYW5ndWFnZSBpZD0iZW4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whLS1xdWl6IHBvZCBhbmQgbWVzc2FnZSBib3ggdGV4dHMtLT4NCgkJPHVpdGV4dCBuYW1lPSJRVUlaUE9EX1FVSVpfQVRURU1QVCIgdmFsdWU9IlF1aXogQXR0ZW1wdDoiLz4NCgkJPHVpdGV4dCBuYW1lPSJRVUlaUE9EX1FVSVpfQVRURU1QVF9WQUxVRSIgdmFsdWU9IiVuIG9mICV0Ii8+DQoJCTx1aXRleHQgbmFtZT0iUVVJWlBPRF9RVUlaX1NDT1JFIiB2YWx1ZT0iU2NvcmVkOiIvPg0KCQk8dWl0ZXh0IG5hbWU9IlFVSVpQT0RfUVVJWl9QQVNTU0NPUkUiIHZhbHVlPSJQYXNzaW5nIFNjb3JlOiIvPg0KCQk8dWl0ZXh0IG5hbWU9IlFVSVpQT0RfUVVJWl9NQVhTQ09SRSIgdmFsdWU9Ik1heCBTY29yZToiLz4NCgkJPHVpdGV4dCBuYW1lPSJRVUlaUE9EX1FVRVNBVE1QVF9TVFIiIHZhbHVlPSJBdHRlbXB0OiAlbiBvZiAldCIvPg0KCQk8dWl0ZXh0IG5hbWU9IlFVSVpQT0RfUVVFU1RZUEVfU1RSIiB2YWx1ZT0iVHlwZTogJXMiLz4NCgkJPHVpdGV4dCBuYW1lPSJRVUlaUE9EX1FVRVNUWVBFX0dSRCIgdmFsdWU9IkdyYWRlZCIvPg0KCQk8dWl0ZXh0IG5hbWU9IlFVSVpQT0RfUVVFU1RZUEVfU1ZZIiB2YWx1ZT0iU3VydmV5Ii8+DQoJCTx1aXRleHQgbmFtZT0iUVVJWlBPRF9RVUlaQVRNUFRfSU5GIiB2YWx1ZT0iSW5maW5pdGUiLz4NCgkJPHVpdGV4dCBuYW1lPSJRVUlaUE9EX1FVRVNBVE1QVF9JTkYiIHZhbHVlPSJJbmZpbml0ZSIvPg0KCQk8dWl0ZXh0IG5hbWU9IldBUk5JTkdNU0dfWUVTU1RSSU5HIiB2YWx1ZT0iWWVzIi8+DQoJCTx1aXRleHQgbmFtZT0iV0FSTklOR01TR19OT1NUUklORyIgdmFsdWU9Ik5vIi8+DQoJCTx1aXRleHQgbmFtZT0iV0FSTklOR01TR19USVRMRVNUUklORyIgdmFsdWU9IlF1aXogTmF2aWdhdGlvbiBXYXJuaW5nIi8+DQoJCTx1aXRleHQgbmFtZT0iV0FSTklOR01TR19NU0dTVFJJTkciIHZhbHVlPSJUaGVyZSBhcmUgdW4tYXR0ZW1wdGVkIHF1ZXN0aW9ucyBpbiB0aGlzIFF1aXouJiN4QTsmI3hBO0NsaWNraW5nIFllcyB3aWxsIHRha2UgeW91IG91dCBvZiB0aGUgUXVpei4gQ2xpY2sgTm8gdG8gY29udGludWUgdGhlIFF1aXouIi8+DQoJCTx1aXRleHQgbmFtZT0iSU5GT1JNQVRJT05fSDI2NF9GTEFTSFBMQVlFUiIgdmFsdWU9IlRoZSBjdXJyZW50IHZlcnNpb24gb2YgRmxhc2ggUGxheWVyIGluc3RhbGxlZCBvbiB5b3VyIG1hY2hpbmUgZG9lcyBub3Qgc3VwcG9ydCB0aGlzIHZpZGVvLiBDbGljayBvbiB0aGUgdmlkZW8gYXJlYSB0byBkb3dubG9hZCB0aGUgbGF0ZXN0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U2hvdyBzaWRlYmFyIHRvIHBhcnRpY2lwYW50cyIvPg0KCQk8dWl0ZXh0IG5hbWU9Ik1VVEUiIHZhbHVlPSJNdXRlIi8+DQoJCTx1aXRleHQgbmFtZT0iRE9DV1JBUF9USVRMRSIgdmFsdWU9IlByZXNlbnRlciBGaWxlIEF0dGFjaG1lbnQiLz4NCgkJPHVpdGV4dCBuYW1lPSJET0NXUkFQX01TRyIgdmFsdWU9IlNhdmUgdG8gTXkgQ29tcHV0ZXIiLz4NCgkJPHVpdGV4dCBuYW1lPSJET0NXUkFQX1BST01QVCIgdmFsdWU9IkNsaWNrIHRvIERvd25sb2FkIi8+DQoJPC9sYW5ndWFnZT4NCgk8bGFuZ3VhZ2UgaWQ9ImRl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ZvbGllICVuIi8+DQoJCTwhLS0gc3Vic3RpdHV0aW9uOiAlbiA9PSBzbGlkZSBudW1iZXIgLS0+DQoJCTwhLS0gc3Vic3RpdHV0aW9uOiAldCA9PSB0b3RhbCBzbGlkZSBjb3VudCAtLT4NCgkJPHVpdGV4dCBuYW1lPSJTQ1JVQkJBUlNUQVRVU19TTElERUlORk8iIHZhbHVlPSJGb2xpZSAlbiAvICV0IHwgIi8+DQoJCTx1aXRleHQgbmFtZT0iU0NSVUJCQVJTVEFUVVNfU1RPUFBFRCIgdmFsdWU9IkJlZW5kZXQiLz4NCgkJPHVpdGV4dCBuYW1lPSJTQ1JVQkJBUlNUQVRVU19QTEFZSU5HIiB2YWx1ZT0iV2llZGVyZ2FiZSIvPg0KCQk8dWl0ZXh0IG5hbWU9IlNDUlVCQkFSU1RBVFVTX05PQVVESU8iIHZhbHVlPSJLZWluIEF1ZGlvIi8+DQoJCTx1aXRleHQgbmFtZT0iU0NSVUJCQVJTVEFUVVNfVklEUExBWUlORyIgdmFsdWU9IlZpZGVvIHdpcmQgYWJnZXNwaWVsdCIvPg0KCQk8dWl0ZXh0IG5hbWU9IlNDUlVCQkFSU1RBVFVTX0xPQURJTkciIHZhbHVlPSJMYWRlbiIvPg0KCQk8dWl0ZXh0IG5hbWU9IlNDUlVCQkFSU1RBVFVTX0JVRkZFUklORyIgdmFsdWU9IlB1ZmZlcm4iLz4NCgkJPHVpdGV4dCBuYW1lPSJTQ1JVQkJBUlNUQVRVU19RVUVTVElPTiIgdmFsdWU9IkZyYWdlIGJlYW50d29ydGVuIi8+DQoJCTx1aXRleHQgbmFtZT0iU0NSVUJCQVJTVEFUVVNfUkVWSUVXUVVJWiIgdmFsdWU9Ik5vY2htYWxzIGR1cmNoc2VoZW4iLz4NCgkJPCEtLSBzdWJzdGl0dXRpb246ICVtID09IG1pbnV0ZXMgcmVtYWluaW5nIC0tPg0KCQk8IS0tIHN1YnN0aXR1dGlvbjogJXMgPT0gc2Vjb25kcyByZW1haW5pbmcgLS0+DQoJCTx1aXRleHQgbmFtZT0iRUxBUFNFRCIgdmFsdWU9IlJlc3RkYXVlcjogJW0gTWludXRlbiAlcyBTZWt1bmRlbiIvPg0KCQk8dWl0ZXh0IG5hbWU9Ik5PVEZPVU5EIiB2YWx1ZT0iTmljaHRzIGdlZnVuZGVuIi8+DQoJCTx1aXRleHQgbmFtZT0iQVRUQUNITUVOVFMiIHZhbHVlPSJBbmxhZ2VuIi8+DQoJCTwhLS0gc3Vic3RpdHV0aW9uOiAlcCA9PSBjdXJyZW50IHNwZWFrZXIncyB0aXRsZSAtLT4NCgkJPHVpdGV4dCBuYW1lPSJCSU9XSU5fVElUTEUiIHZhbHVlPSJTcHJlY2hlcjogJXAiLz4NCgkJPHVpdGV4dCBuYW1lPSJCSU9CVE5fVElUTEUiIHZhbHVlPSJTcHJlY2hlciIvPg0KCQk8dWl0ZXh0IG5hbWU9IkRJVklERVJCVE5fVElUTEUiIHZhbHVlPSJ8Ii8+DQoJCTx1aXRleHQgbmFtZT0iQ09OVEFDVEJUTl9USVRMRSIgdmFsdWU9IktvbnRha3QiLz4NCgkJPHVpdGV4dCBuYW1lPSJUQUJfUVVJWiIgdmFsdWU9IlF1aXoiLz4NCgkJPHVpdGV4dCBuYW1lPSJUQUJfT1VUTElORSIgdmFsdWU9IlN0cnVrdHVyIi8+DQoJCTx1aXRleHQgbmFtZT0iVEFCX1RIVU1CIiB2YWx1ZT0iTWluaWF0dXIiLz4NCgkJPHVpdGV4dCBuYW1lPSJUQUJfTk9URVMiIHZhbHVlPSJOb3RpemVuIi8+DQoJCTx1aXRleHQgbmFtZT0iVEFCX1NFQVJDSCIgdmFsdWU9IlN1Y2hlbiIvPg0KCQk8dWl0ZXh0IG5hbWU9IlNMSURFX0hFQURJTkciIHZhbHVlPSJGb2xpZW50aXRlbCIvPg0KCQk8dWl0ZXh0IG5hbWU9IkRVUkFUSU9OX0hFQURJTkciIHZhbHVlPSJEYXVlciIvPg0KCQk8dWl0ZXh0IG5hbWU9IlNFQVJDSF9IRUFESU5HIiB2YWx1ZT0iVGV4dCBzdWNoZW46Ii8+DQoJCTx1aXRleHQgbmFtZT0iVEhVTUJfSEVBRElORyIgdmFsdWU9IkZvbGllIi8+DQoJCTx1aXRleHQgbmFtZT0iVEhVTUJfSU5GTyIgdmFsdWU9IkZvbGllbnRpdGVsL0RhdWVyIi8+DQoJCTx1aXRleHQgbmFtZT0iQVRUQUNITkFNRV9IRUFESU5HIiB2YWx1ZT0iRGF0ZWluYW1lIi8+DQoJCTx1aXRleHQgbmFtZT0iQVRUQUNIU0laRV9IRUFESU5HIiB2YWx1ZT0iR3LDtsOfZSIvPg0KCQk8dWl0ZXh0IG5hbWU9IlNMSURFX05PVEVTIiB2YWx1ZT0iRm9saWVubm90aXplbiIvPg0KCQk8IS0tcXVpeiBwb2QgYW5kIG1lc3NhZ2UgYm94IHRleHRzLS0+DQoJCTx1aXRleHQgbmFtZT0iUVVJWlBPRF9RVUlaX0FUVEVNUFQiIHZhbHVlPSJRdWl6dmVyc3VjaDoiLz4NCgkJPHVpdGV4dCBuYW1lPSJRVUlaUE9EX1FVSVpfQVRURU1QVF9WQUxVRSIgdmFsdWU9IiVuIHZvbiAldCIvPg0KCQk8dWl0ZXh0IG5hbWU9IlFVSVpQT0RfUVVJWl9TQ09SRSIgdmFsdWU9IkVycmVpY2h0OiIvPg0KCQk8dWl0ZXh0IG5hbWU9IlFVSVpQT0RfUVVJWl9QQVNTU0NPUkUiIHZhbHVlPSJNaW5kZXN0cHVua3R6YWhsOiIvPg0KCQk8dWl0ZXh0IG5hbWU9IlFVSVpQT0RfUVVJWl9NQVhTQ09SRSIgdmFsdWU9Ik1heGltYWxlIFB1bmt0emFobDoiLz4NCgkJPHVpdGV4dCBuYW1lPSJRVUlaUE9EX1FVRVNBVE1QVF9TVFIiIHZhbHVlPSJWZXJzdWNoOiAlbiB2b24gJXQiLz4NCgkJPHVpdGV4dCBuYW1lPSJRVUlaUE9EX1FVRVNUWVBFX1NUUiIgdmFsdWU9IlR5cDogJXMiLz4NCgkJPHVpdGV4dCBuYW1lPSJRVUlaUE9EX1FVRVNUWVBFX0dSRCIgdmFsdWU9IkJld2VydGV0Ii8+DQoJCTx1aXRleHQgbmFtZT0iUVVJWlBPRF9RVUVTVFlQRV9TVlkiIHZhbHVlPSJVbWZyYWdlIi8+DQoJCTx1aXRleHQgbmFtZT0iUVVJWlBPRF9RVUlaQVRNUFRfSU5GIiB2YWx1ZT0iVW5lbmRsaWNoIi8+DQoJCTx1aXRleHQgbmFtZT0iUVVJWlBPRF9RVUVTQVRNUFRfSU5GIiB2YWx1ZT0iVW5lbmRsaWNoIi8+DQoJCTx1aXRleHQgbmFtZT0iV0FSTklOR01TR19ZRVNTVFJJTkciIHZhbHVlPSJKYSIvPg0KCQk8dWl0ZXh0IG5hbWU9IldBUk5JTkdNU0dfTk9TVFJJTkciIHZhbHVlPSJOZWluIi8+DQoJCTx1aXRleHQgbmFtZT0iV0FSTklOR01TR19USVRMRVNUUklORyIgdmFsdWU9IlF1aXpuYXZpZ2F0aW9uc3dhcm51bmciLz4NCgkJPHVpdGV4dCBuYW1lPSJXQVJOSU5HTVNHX01TR1NUUklORyIgdmFsdWU9IkluIGRpZXNlbSBRdWl6IGdpYnQgZXMgdW5iZWFudHdvcnRldGUgRnJhZ2VuLiYjeEE7JiN4QTtXZW5uIFNpZSBhdWYgJnF1b3Q7SmEmcXVvdDsga2xpY2tlbiwgd2lyZCBkYXMgUXVpeiBiZWVuZGV0LiBLbGlja2VuIFNpZSBhdWYgJnF1b3Q7TmVpbiZxdW90OywgdW0gbWl0IGRlbSBRdWl6IGZvcnR6dWZhaHJlbi4iLz4NCgkJPHVpdGV4dCBuYW1lPSJJTkZPUk1BVElPTl9IMjY0X0ZMQVNIUExBWUVSIiB2YWx1ZT0iRGFzIFZpZGVvIHdpcmQgdm9uIGRlciBtb21lbnRhbiBhdWYgZGllc2VtIENvbXB1dGVyIGluc3RhbGxpZXJ0ZW4gVmVyc2lvbiB2b24gRmxhc2ggUGxheWVyIG5pY2h0IHVudGVyc3TDvHR6dC4gS2xpY2tlbiBTaWUgYXVmIGRlbiBWaWRlb2JlcmVpY2gsIHVtIGRpZSBha3R1ZWxsZSBWZXJzaW9uIHZvbiBGbGFzaCBQbGF5ZXIgaGVydW50ZXJ6dWx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EZW4gVGVpbG5laG1lcm4gZGllIFNlaXRlbmxlaXN0ZSBhbnplaWdlbiIvPg0KCQk8dWl0ZXh0IG5hbWU9Ik1VVEUiIHZhbHVlPSJUb24gY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uOCueODqeOCpOODiSA6ICVuIi8+DQoJCTwhLS0gc3Vic3RpdHV0aW9uOiAlbiA9PSBzbGlkZSBudW1iZXIgLS0+DQoJCTwhLS0gc3Vic3RpdHV0aW9uOiAldCA9PSB0b3RhbCBzbGlkZSBjb3VudCAtLT4NCgkJPHVpdGV4dCBuYW1lPSJTQ1JVQkJBUlNUQVRVU19TTElERUlORk8iIHZhbHVlPSLjgrnjg6njgqTjg4kgOiAlbiAvICV0IHwgIi8+DQoJCTx1aXRleHQgbmFtZT0iU0NSVUJCQVJTVEFUVVNfU1RPUFBFRCIgdmFsdWU9IuWBnOatoiIvPg0KCQk8dWl0ZXh0IG5hbWU9IlNDUlVCQkFSU1RBVFVTX1BMQVlJTkciIHZhbHVlPSLlho3nlJ/kuK0iLz4NCgkJPHVpdGV4dCBuYW1lPSJTQ1JVQkJBUlNUQVRVU19OT0FVRElPIiB2YWx1ZT0i6Z+z5aOw44Gq44GXIi8+DQoJCTx1aXRleHQgbmFtZT0iU0NSVUJCQVJTVEFUVVNfVklEUExBWUlORyIgdmFsdWU9IuODk+ODh+OCquWGjeeUn+S4rSIvPg0KCQk8dWl0ZXh0IG5hbWU9IlNDUlVCQkFSU1RBVFVTX0xPQURJTkciIHZhbHVlPSLjg63jg7zjg4nkuK0iLz4NCgkJPHVpdGV4dCBuYW1lPSJTQ1JVQkJBUlNUQVRVU19CVUZGRVJJTkciIHZhbHVlPSLjg5Djg4Pjg5XjgqHkuK0iLz4NCgkJPHVpdGV4dCBuYW1lPSJTQ1JVQkJBUlNUQVRVU19RVUVTVElPTiIgdmFsdWU9IuizquWVj+OBq+etlOOBiOOBpuS4i+OBleOBhCIvPg0KCQk8dWl0ZXh0IG5hbWU9IlNDUlVCQkFSU1RBVFVTX1JFVklFV1FVSVoiIHZhbHVlPSLjgq/jgqTjgrrjgpLjg6zjg5Pjg6Xjg7zjgZfjgabjgYTjgb7jgZkiLz4NCgkJPCEtLSBzdWJzdGl0dXRpb246ICVtID09IG1pbnV0ZXMgcmVtYWluaW5nIC0tPg0KCQk8IS0tIHN1YnN0aXR1dGlvbjogJXMgPT0gc2Vjb25kcyByZW1haW5pbmcgLS0+DQoJCTx1aXRleHQgbmFtZT0iRUxBUFNFRCIgdmFsdWU9Iuaui+OCiiA6ICVtIOWIhiAlcyDnp5IiLz4NCgkJPHVpdGV4dCBuYW1lPSJOT1RGT1VORCIgdmFsdWU9IuS9leOCguimi+OBpOOBi+OCiuOBvuOBm+OCkyIvPg0KCQk8dWl0ZXh0IG5hbWU9IkFUVEFDSE1FTlRTIiB2YWx1ZT0i5re75LuYIi8+DQoJCTwhLS0gc3Vic3RpdHV0aW9uOiAlcCA9PSBjdXJyZW50IHNwZWFrZXIncyB0aXRsZSAtLT4NCgkJPHVpdGV4dCBuYW1lPSJCSU9XSU5fVElUTEUiIHZhbHVlPSLntYzmrbQgOiAlcCIvPg0KCQk8dWl0ZXh0IG5hbWU9IkJJT0JUTl9USVRMRSIgdmFsdWU9Iue1jOattCIvPg0KCQk8dWl0ZXh0IG5hbWU9IkRJVklERVJCVE5fVElUTEUiIHZhbHVlPSJ8Ii8+DQoJCTx1aXRleHQgbmFtZT0iQ09OVEFDVEJUTl9USVRMRSIgdmFsdWU9IuOBiuWVj+OBhOWQiOOCj+OBmyIvPg0KCQk8dWl0ZXh0IG5hbWU9IlRBQl9RVUlaIiB2YWx1ZT0i44Kv44Kk44K6Ii8+DQoJCTx1aXRleHQgbmFtZT0iVEFCX09VVExJTkUiIHZhbHVlPSLjgqLjgqbjg4jjg6njgqTjg7MiLz4NCgkJPHVpdGV4dCBuYW1lPSJUQUJfVEhVTUIiIHZhbHVlPSLjgrXjg6Djg43jg7zjg6siLz4NCgkJPHVpdGV4dCBuYW1lPSJUQUJfTk9URVMiIHZhbHVlPSLjg47jg7zjg4giLz4NCgkJPHVpdGV4dCBuYW1lPSJUQUJfU0VBUkNIIiB2YWx1ZT0i5qSc57SiIi8+DQoJCTx1aXRleHQgbmFtZT0iU0xJREVfSEVBRElORyIgdmFsdWU9IuOCueODqeOCpOODieOCv+OCpOODiOODqyIvPg0KCQk8dWl0ZXh0IG5hbWU9IkRVUkFUSU9OX0hFQURJTkciIHZhbHVlPSLplbfjgZUiLz4NCgkJPHVpdGV4dCBuYW1lPSJTRUFSQ0hfSEVBRElORyIgdmFsdWU9IuaknOe0ouOBmeOCi+ODhuOCreOCueODiCA6ICIvPg0KCQk8dWl0ZXh0IG5hbWU9IlRIVU1CX0hFQURJTkciIHZhbHVlPSLjgrnjg6njgqTjg4kiLz4NCgkJPHVpdGV4dCBuYW1lPSJUSFVNQl9JTkZPIiB2YWx1ZT0i44K544Op44Kk44OJ44K/44Kk44OI44OrIC8g6ZW344GVIi8+DQoJCTx1aXRleHQgbmFtZT0iQVRUQUNITkFNRV9IRUFESU5HIiB2YWx1ZT0i44OV44Kh44Kk44Or5ZCNIi8+DQoJCTx1aXRleHQgbmFtZT0iQVRUQUNIU0laRV9IRUFESU5HIiB2YWx1ZT0i44K144Kk44K6Ii8+DQoJCTx1aXRleHQgbmFtZT0iU0xJREVfTk9URVMiIHZhbHVlPSLjgrnjg6njgqTjg4njg47jg7zjg4giLz4NCgkJPCEtLXF1aXogcG9kIGFuZCBtZXNzYWdlIGJveCB0ZXh0cy0tPg0KCQk8dWl0ZXh0IG5hbWU9IlFVSVpQT0RfUVVJWl9BVFRFTVBUIiB2YWx1ZT0i44Kv44Kk44K66Kmm6KGM5Zue5pWwIDogIi8+DQoJCTx1aXRleHQgbmFtZT0iUVVJWlBPRF9RVUlaX0FUVEVNUFRfVkFMVUUiIHZhbHVlPSIlbiAvICV0Ii8+DQoJCTx1aXRleHQgbmFtZT0iUVVJWlBPRF9RVUlaX1NDT1JFIiB2YWx1ZT0i44K544Kz44KiIDogIi8+DQoJCTx1aXRleHQgbmFtZT0iUVVJWlBPRF9RVUlaX1BBU1NTQ09SRSIgdmFsdWU9IuWQiOagvOeCuSA6Ii8+DQoJCTx1aXRleHQgbmFtZT0iUVVJWlBPRF9RVUlaX01BWFNDT1JFIiB2YWx1ZT0i5pyA6auY5b6X54K5IDogIi8+DQoJCTx1aXRleHQgbmFtZT0iUVVJWlBPRF9RVUVTQVRNUFRfU1RSIiB2YWx1ZT0i6Kmm6KGM5Zue5pWwIDogJW4gLyAldCIvPg0KCQk8dWl0ZXh0IG5hbWU9IlFVSVpQT0RfUVVFU1RZUEVfU1RSIiB2YWx1ZT0i44K/44Kk44OXIDogJXMiLz4NCgkJPHVpdGV4dCBuYW1lPSJRVUlaUE9EX1FVRVNUWVBFX0dSRCIgdmFsdWU9IuipleS+oSIvPg0KCQk8dWl0ZXh0IG5hbWU9IlFVSVpQT0RfUVVFU1RZUEVfU1ZZIiB2YWx1ZT0i44Ki44Oz44Kx44O844OIIi8+DQoJCTx1aXRleHQgbmFtZT0iUVVJWlBPRF9RVUlaQVRNUFRfSU5GIiB2YWx1ZT0i54Sh5Yi26ZmQIi8+DQoJCTx1aXRleHQgbmFtZT0iUVVJWlBPRF9RVUVTQVRNUFRfSU5GIiB2YWx1ZT0i54Sh5Yi26ZmQIi8+DQoJCTx1aXRleHQgbmFtZT0iV0FSTklOR01TR19ZRVNTVFJJTkciIHZhbHVlPSLjga/jgYQiLz4NCgkJPHVpdGV4dCBuYW1lPSJXQVJOSU5HTVNHX05PU1RSSU5HIiB2YWx1ZT0i44GE44GE44GIIi8+DQoJCTx1aXRleHQgbmFtZT0iV0FSTklOR01TR19USVRMRVNUUklORyIgdmFsdWU9IuOCr+OCpOOCuuOBruODiuODk+OCsuODvOOCt+ODp+ODs+OBq+mWouOBmeOCi+itpuWRiiIvPg0KCQk8dWl0ZXh0IG5hbWU9IldBUk5JTkdNU0dfTVNHU1RSSU5HIiB2YWx1ZT0i44GT44Gu44Kv44Kk44K644Gr44Gv44CB44G+44Gg6Kej562U44GX44Gm44GE44Gq44GE6LOq5ZWP44GM44GC44KK44G+44GZ44CCJiN4QTsmI3hBOyDjgq/jgqTjgrrjgpLntYLkuobjgZnjgovjgavjga/jgIHjgIzjga/jgYTjgI3jgpLjgq/jg6rjg4Pjgq/jgZfjgb7jgZnjgILjgq/jgqTjgrrjgpLntprooYzjgZnjgovjgavjga/jgIHjgIzjgYTjgYTjgYjjgI3jgpLjgq/jg6rjg4Pjgq/jgZfjgb7jgZnjgIIiLz4NCgkJPHVpdGV4dCBuYW1lPSJJTkZPUk1BVElPTl9IMjY0X0ZMQVNIUExBWUVSIiB2YWx1ZT0i44GK5L2/44GE44Gu44Kz44Oz44OU44Ol44O844K/44Gr54++5Zyo44Kk44Oz44K544OI44O844Or44GV44KM44Gm44GE44KLIEZsYXNoIFBsYXllciDjga7jg5Djg7zjgrjjg6fjg7Pjga/jgIHjgZPjga7jg5Pjg4fjgqrjgpLjgrXjg53jg7zjg4jjgZfjgabjgYTjgb7jgZvjgpPjgILmnIDmlrDjga4gRmxhc2ggUGxheWVyIOOCkuODgOOCpuODs+ODreODvOODieOBmeOCi+OBq+OBr+OAgeODk+ODh+OCqumgmOWfn+OCkuOCr+ODquODg+OCr+OBl+OBpuOBj+OBoOOBleOBhOOAg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jgrXjgqTjg4njg5Djg7zjgpLlj4LliqDogIXjgavopovjgZvjgosiLz4NCgkJPHVpdGV4dCBuYW1lPSJNVVRFIiB2YWx1ZT0i44Of44Ol44O844OIIi8+DQoJCTx1aXRleHQgbmFtZT0iRE9DV1JBUF9USVRMRSIgdmFsdWU9IlByZXNlbnRlciDmt7vku5jjg5XjgqHjgqTjg6siLz4NCgkJPHVpdGV4dCBuYW1lPSJET0NXUkFQX01TRyIgdmFsdWU9IuODnuOCpOOCs+ODs+ODlOODpeODvOOCv+OBq+S/neWtmCIvPg0KCQk8dWl0ZXh0IG5hbWU9IkRPQ1dSQVBfUFJPTVBUIiB2YWx1ZT0i44Kv44Oq44OD44Kv44GX44Gm44OA44Km44Oz44Ot44O844OJIi8+DQoJPC9sYW5ndWFnZT4NCgk8bGFuZ3VhZ2UgaWQ9Imtv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E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E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CEtLXF1aXogcG9kIGFuZCBtZXNzYWdlIGJveCB0ZXh0cy0tPg0KCQk8dWl0ZXh0IG5hbWU9IlFVSVpQT0RfUVVJWl9BVFRFTVBUIiB2YWx1ZT0i7YC07KaIIOyLnOuPhCDtmp/siJg6Ii8+DQoJCTx1aXRleHQgbmFtZT0iUVVJWlBPRF9RVUlaX0FUVEVNUFRfVkFMVUUiIHZhbHVlPSIlbi8ldCIvPg0KCQk8dWl0ZXh0IG5hbWU9IlFVSVpQT0RfUVVJWl9TQ09SRSIgdmFsdWU9IuuTneygkDoiLz4NCgkJPHVpdGV4dCBuYW1lPSJRVUlaUE9EX1FVSVpfUEFTU1NDT1JFIiB2YWx1ZT0i7Ya16rO8IOygkOyImDoiLz4NCgkJPHVpdGV4dCBuYW1lPSJRVUlaUE9EX1FVSVpfTUFYU0NPUkUiIHZhbHVlPSLstZzqs6Ag7KCQ7IiYOiIvPg0KCQk8dWl0ZXh0IG5hbWU9IlFVSVpQT0RfUVVFU0FUTVBUX1NUUiIgdmFsdWU9IuyLnOuPhCDtmp/siJg6ICVuLyV0Ii8+DQoJCTx1aXRleHQgbmFtZT0iUVVJWlBPRF9RVUVTVFlQRV9TVFIiIHZhbHVlPSLsnKDtmJU6ICVzIi8+DQoJCTx1aXRleHQgbmFtZT0iUVVJWlBPRF9RVUVTVFlQRV9HUkQiIHZhbHVlPSLsoJDsiJgg66ek6riw6riwIOyZhOujjCIvPg0KCQk8dWl0ZXh0IG5hbWU9IlFVSVpQT0RfUVVFU1RZUEVfU1ZZIiB2YWx1ZT0i7ISk66y4IOyhsOyCrCIvPg0KCQk8dWl0ZXh0IG5hbWU9IlFVSVpQT0RfUVVJWkFUTVBUX0lORiIgdmFsdWU9IuustO2VnCIvPg0KCQk8dWl0ZXh0IG5hbWU9IlFVSVpQT0RfUVVFU0FUTVBUX0lORiIgdmFsdWU9IuustO2VnCIvPg0KCQk8dWl0ZXh0IG5hbWU9IldBUk5JTkdNU0dfWUVTU1RSSU5HIiB2YWx1ZT0i7JiIIi8+DQoJCTx1aXRleHQgbmFtZT0iV0FSTklOR01TR19OT1NUUklORyIgdmFsdWU9IuyVhOuLiOyYpCIvPg0KCQk8dWl0ZXh0IG5hbWU9IldBUk5JTkdNU0dfVElUTEVTVFJJTkciIHZhbHVlPSLtgLTspogg64K067mE6rKM7J207IWYIOqyveqzoCIvPg0KCQk8dWl0ZXh0IG5hbWU9IldBUk5JTkdNU0dfTVNHU1RSSU5HIiB2YWx1ZT0i7J20IO2AtOymiOyXkOyEnCDsi5zrj4TtlZjsp4Ag7JWK7J2AIOyniOusuOydtCDsnojsirXri4jri6QuJiN4QTsmI3hBO+2AtOymiOulvCDsooXro4ztlZjroKTrqbQgW+yYiF3rpbwg7YG066at7ZWY6rOgLCDtgLTspojrpbwg6rOE7IaN7ZWY66Ck66m0IFvslYTri4jsmKRd66W8IO2BtOumre2VmOyLreyLnOyYpC4iLz4NCgkJPHVpdGV4dCBuYW1lPSJJTkZPUk1BVElPTl9IMjY0X0ZMQVNIUExBWUVSIiB2YWx1ZT0i7Iuc7Iqk7YWc7JeQIOyEpOy5mOuQmOyWtCDsnojripQg7ZiE7J6sIOuyhOyghOydmCBGbGFzaCBQbGF5ZXLripQg7J20IOu5hOuUlOyYpOulvCDsp4Dsm5DtlZjsp4Ag7JWK7Iq164uI64ukLiDstZzsi6AgRmxhc2ggUGxheWVy66W8IOuLpOyatOuhnOuTnO2VmOugpOuptCDruYTrlJTsmKQg7JiB7Jet7J2EIO2BtOumre2VmOyLreyLnOyYpC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7LC47Jes7J6Q7JeQ6rKMIOyEuOuhnCDrp4nrjIAg67O07J206riwIi8+DQoJCTx1aXRleHQgbmFtZT0iTVVURSIgdmFsdWU9IuydjOyGjOqxsCIvPg0KCQk8dWl0ZXh0IG5hbWU9IkRPQ1dSQVBfVElUTEUiIHZhbHVlPSJQcmVzZW50ZXIg7YyM7J28IOyyqOu2gCIvPg0KCQk8dWl0ZXh0IG5hbWU9IkRPQ1dSQVBfTVNHIiB2YWx1ZT0i64K0IOy7tO2TqO2EsOyXkCDsoIDsnqUiLz4NCgkJPHVpdGV4dCBuYW1lPSJET0NXUkFQX1BST01QVCIgdmFsdWU9Iu2BtOumre2VmOyXrCDri6TsmrTroZzrk5wiLz4NCgk8L2xhbmd1YWdlPg0KCTxsYW5ndWFnZSBpZD0iZXM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EgJW4iLz4NCgkJPCEtLSBzdWJzdGl0dXRpb246ICVuID09IHNsaWRlIG51bWJlciAtLT4NCgkJPCEtLSBzdWJzdGl0dXRpb246ICV0ID09IHRvdGFsIHNsaWRlIGNvdW50IC0tPg0KCQk8dWl0ZXh0IG5hbWU9IlNDUlVCQkFSU1RBVFVTX1NMSURFSU5GTyIgdmFsdWU9IkRpYXBvc2l0aXZhICVuIC8gJXQgfCAiLz4NCgkJPHVpdGV4dCBuYW1lPSJTQ1JVQkJBUlNUQVRVU19TVE9QUEVEIiB2YWx1ZT0iRGV0ZW5pZGEiLz4NCgkJPHVpdGV4dCBuYW1lPSJTQ1JVQkJBUlNUQVRVU19QTEFZSU5HIiB2YWx1ZT0iUmVwcm9kdWNpZW5kbyIvPg0KCQk8dWl0ZXh0IG5hbWU9IlNDUlVCQkFSU1RBVFVTX05PQVVESU8iIHZhbHVlPSJTaW4gc29uaWRvIi8+DQoJCTx1aXRleHQgbmFtZT0iU0NSVUJCQVJTVEFUVVNfVklEUExBWUlORyIgdmFsdWU9IlbDrWRlbyBlbiByZXByb2QuIi8+DQoJCTx1aXRleHQgbmFtZT0iU0NSVUJCQVJTVEFUVVNfTE9BRElORyIgdmFsdWU9IkNhcmdhbmRvIi8+DQoJCTx1aXRleHQgbmFtZT0iU0NSVUJCQVJTVEFUVVNfQlVGRkVSSU5HIiB2YWx1ZT0iQWxtYWNlbmFuZG8gZW4gYsO6ZmVyIi8+DQoJCTx1aXRleHQgbmFtZT0iU0NSVUJCQVJTVEFUVVNfUVVFU1RJT04iIHZhbHVlPSJDb250ZXN0YXIgcHJlZ3VudGEiLz4NCgkJPHVpdGV4dCBuYW1lPSJTQ1JVQkJBUlNUQVRVU19SRVZJRVdRVUlaIiB2YWx1ZT0iUmV2aXNhbmRvIHBydWViYSIvPg0KCQk8IS0tIHN1YnN0aXR1dGlvbjogJW0gPT0gbWludXRlcyByZW1haW5pbmcgLS0+DQoJCTwhLS0gc3Vic3RpdHV0aW9uOiAlcyA9PSBzZWNvbmRzIHJlbWFpbmluZyAtLT4NCgkJPHVpdGV4dCBuYW1lPSJFTEFQU0VEIiB2YWx1ZT0iJW0gbWludXRvcyAlcyBzZWd1bmRvcyByZXN0YW50ZXMiLz4NCgkJPHVpdGV4dCBuYW1lPSJOT1RGT1VORCIgdmFsdWU9Ik5vIHNlIGhhIGVuY29udHJhZG8gbmFkYSIvPg0KCQk8dWl0ZXh0IG5hbWU9IkFUVEFDSE1FTlRTIiB2YWx1ZT0iQXJjaGl2b3MgYWRqdW50b3MiLz4NCgkJPCEtLSBzdWJzdGl0dXRpb246ICVwID09IGN1cnJlbnQgc3BlYWtlcidzIHRpdGxlIC0tPg0KCQk8dWl0ZXh0IG5hbWU9IkJJT1dJTl9USVRMRSIgdmFsdWU9IkJpb2dyYWbDrWE6ICVwIi8+DQoJCTx1aXRleHQgbmFtZT0iQklPQlROX1RJVExFIiB2YWx1ZT0iQmlvZ3JhZsOtYSIvPg0KCQk8dWl0ZXh0IG5hbWU9IkRJVklERVJCVE5fVElUTEUiIHZhbHVlPSJ8Ii8+DQoJCTx1aXRleHQgbmFtZT0iQ09OVEFDVEJUTl9USVRMRSIgdmFsdWU9IkNvbnRhY3RvIi8+DQoJCTx1aXRleHQgbmFtZT0iVEFCX1FVSVoiIHZhbHVlPSJQcnVlYmEiLz4NCgkJPHVpdGV4dCBuYW1lPSJUQUJfT1VUTElORSIgdmFsdWU9IkNvbnRvcm5vIi8+DQoJCTx1aXRleHQgbmFtZT0iVEFCX1RIVU1CIiB2YWx1ZT0iTWluaWF0LiIvPg0KCQk8dWl0ZXh0IG5hbWU9IlRBQl9OT1RFUyIgdmFsdWU9Ik5vdGFzIi8+DQoJCTx1aXRleHQgbmFtZT0iVEFCX1NFQVJDSCIgdmFsdWU9IkJ1c2NhciIvPg0KCQk8dWl0ZXh0IG5hbWU9IlNMSURFX0hFQURJTkciIHZhbHVlPSJUw610dWxvIGRlIGRpYXBvc2l0aXZhIi8+DQoJCTx1aXRleHQgbmFtZT0iRFVSQVRJT05fSEVBRElORyIgdmFsdWU9IkR1cmFjLiIvPg0KCQk8dWl0ZXh0IG5hbWU9IlNFQVJDSF9IRUFESU5HIiB2YWx1ZT0iQnVzY2FyIHRleHRvOiIvPg0KCQk8dWl0ZXh0IG5hbWU9IlRIVU1CX0hFQURJTkciIHZhbHVlPSJEaWFwb3NpdGl2YSIvPg0KCQk8dWl0ZXh0IG5hbWU9IlRIVU1CX0lORk8iIHZhbHVlPSJEdXIuL1TDrXQuIGRpYXAuIi8+DQoJCTx1aXRleHQgbmFtZT0iQVRUQUNITkFNRV9IRUFESU5HIiB2YWx1ZT0iTm9tYnJlIGRlIGFyY2hpdm8iLz4NCgkJPHVpdGV4dCBuYW1lPSJBVFRBQ0hTSVpFX0hFQURJTkciIHZhbHVlPSJUYW1hw7FvIi8+DQoJCTx1aXRleHQgbmFtZT0iU0xJREVfTk9URVMiIHZhbHVlPSJOb3RhcyBkZSBkaWFwb3NpdGl2YS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lNpbGVuY2lhciIvPg0KCQk8dWl0ZXh0IG5hbWU9IkRPQ1dSQVBfVElUTEUiIHZhbHVlPSJBcmNoaXZvIGFkanVudG8gZGUgUHJlc2VudGVyIi8+DQoJCTx1aXRleHQgbmFtZT0iRE9DV1JBUF9NU0ciIHZhbHVlPSJHdWFyZGFyIGVuIE1pIFBDIi8+DQoJCTx1aXRleHQgbmFtZT0iRE9DV1JBUF9QUk9NUFQiIHZhbHVlPSJIYWdhIGNsaWMgZW4gRGVzY2FyZ2FyIi8+DQoJPC9sYW5ndWFnZT4NCgk8bGFuZ3VhZ2UgaWQ9InB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BhcmFkbyIvPg0KCQk8dWl0ZXh0IG5hbWU9IlNDUlVCQkFSU1RBVFVTX1BMQVlJTkciIHZhbHVlPSJSZXByb2R1emluZG8iLz4NCgkJPHVpdGV4dCBuYW1lPSJTQ1JVQkJBUlNUQVRVU19OT0FVRElPIiB2YWx1ZT0iU2VtIMOhdWRpbyIvPg0KCQk8dWl0ZXh0IG5hbWU9IlNDUlVCQkFSU1RBVFVTX1ZJRFBMQVlJTkciIHZhbHVlPSJWw61kZW8gZW0gcmVwcm9kdcOnw6NvIi8+DQoJCTx1aXRleHQgbmFtZT0iU0NSVUJCQVJTVEFUVVNfTE9BRElORyIgdmFsdWU9IkNhcnJlZ2FuZG8iLz4NCgkJPHVpdGV4dCBuYW1lPSJTQ1JVQkJBUlNUQVRVU19CVUZGRVJJTkciIHZhbHVlPSJBcm1hemVuYW5kbyBlbSBidWZmZXIiLz4NCgkJPHVpdGV4dCBuYW1lPSJTQ1JVQkJBUlNUQVRVU19RVUVTVElPTiIgdmFsdWU9IlJlc3BvbmRlciBwZXJndW50YSIvPg0KCQk8dWl0ZXh0IG5hbWU9IlNDUlVCQkFSU1RBVFVTX1JFVklFV1FVSVoiIHZhbHVlPSJSZXZpc2FuZG8gcXVlc3Rpb27DoXJpbyIvPg0KCQk8IS0tIHN1YnN0aXR1dGlvbjogJW0gPT0gbWludXRlcyByZW1haW5pbmcgLS0+DQoJCTwhLS0gc3Vic3RpdHV0aW9uOiAlcyA9PSBzZWNvbmRzIHJlbWFpbmluZyAtLT4NCgkJPHVpdGV4dCBuYW1lPSJFTEFQU0VEIiB2YWx1ZT0iJW0gbWludXRvcyAlcyBzZWd1bmRvcyByZXN0YW50ZXMiLz4NCgkJPHVpdGV4dCBuYW1lPSJOT1RGT1VORCIgdmFsdWU9Ik5hZGEgZW5jb250cmFkbyIvPg0KCQk8dWl0ZXh0IG5hbWU9IkFUVEFDSE1FTlRTIiB2YWx1ZT0iQW5leG9z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GF0byIvPg0KCQk8dWl0ZXh0IG5hbWU9IlRBQl9RVUlaIiB2YWx1ZT0iUXVlc3QuIi8+DQoJCTx1aXRleHQgbmFtZT0iVEFCX09VVExJTkUiIHZhbHVlPSJFc3F1ZW1hIi8+DQoJCTx1aXRleHQgbmFtZT0iVEFCX1RIVU1CIiB2YWx1ZT0iTWluaSIvPg0KCQk8dWl0ZXh0IG5hbWU9IlRBQl9OT1RFUyIgdmFsdWU9Ik5vdGFzIi8+DQoJCTx1aXRleHQgbmFtZT0iVEFCX1NFQVJDSCIgdmFsdWU9IkJ1c2NhIi8+DQoJCTx1aXRleHQgbmFtZT0iU0xJREVfSEVBRElORyIgdmFsdWU9IlTDrXR1bG8gZG8gc2xpZGUiLz4NCgkJPHVpdGV4dCBuYW1lPSJEVVJBVElPTl9IRUFESU5HIiB2YWx1ZT0iRHVyYcOnw6NvIi8+DQoJCTx1aXRleHQgbmFtZT0iU0VBUkNIX0hFQURJTkciIHZhbHVlPSJQcm9jdXJhciB0ZXh0bzoiLz4NCgkJPHVpdGV4dCBuYW1lPSJUSFVNQl9IRUFESU5HIiB2YWx1ZT0iU2xpZGUiLz4NCgkJPHVpdGV4dCBuYW1lPSJUSFVNQl9JTkZPIiB2YWx1ZT0iVMOtdHVsby9EdXJhw6fDo28gZG8gc2xpZGUiLz4NCgkJPHVpdGV4dCBuYW1lPSJBVFRBQ0hOQU1FX0hFQURJTkciIHZhbHVlPSJOb21lIGRvIGFycXVpdm8iLz4NCgkJPHVpdGV4dCBuYW1lPSJBVFRBQ0hTSVpFX0hFQURJTkciIHZhbHVlPSJUYW1hbmhvIi8+DQoJCTx1aXRleHQgbmFtZT0iU0xJREVfTk9URVMiIHZhbHVlPSJBbm90YcOnw7VlcyBkbyBzbGlkZS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CEtLXF1aXogcG9kIGFuZCBtZXNzYWdlIGJveCB0ZXh0cy0tPg0KCQk8dWl0ZXh0IG5hbWU9IlFVSVpQT0RfUVVJWl9BVFRFTVBUIiB2YWx1ZT0iVGVudGF0aXZvIHF1aXo6Ii8+DQoJCTx1aXRleHQgbmFtZT0iUVVJWlBPRF9RVUlaX0FUVEVNUFRfVkFMVUUiIHZhbHVlPSIlbiBkaSAldCIvPg0KCQk8dWl0ZXh0IG5hbWU9IlFVSVpQT0RfUVVJWl9TQ09SRSIgdmFsdWU9IlB1bnRlZ2dpbzoiLz4NCgkJPHVpdGV4dCBuYW1lPSJRVUlaUE9EX1FVSVpfUEFTU1NDT1JFIiB2YWx1ZT0iUHVudGVnZ2lvIG1pbmltbzoiLz4NCgkJPHVpdGV4dCBuYW1lPSJRVUlaUE9EX1FVSVpfTUFYU0NPUkUiIHZhbHVlPSJQdW50ZWdnaW8gbWFzc2ltbzoiLz4NCgkJPHVpdGV4dCBuYW1lPSJRVUlaUE9EX1FVRVNBVE1QVF9TVFIiIHZhbHVlPSJUZW50YXRpdm86ICVuIGRpICV0Ii8+DQoJCTx1aXRleHQgbmFtZT0iUVVJWlBPRF9RVUVTVFlQRV9TVFIiIHZhbHVlPSJUaXBvOiAlcyIvPg0KCQk8dWl0ZXh0IG5hbWU9IlFVSVpQT0RfUVVFU1RZUEVfR1JEIiB2YWx1ZT0iQ29uIHZhbHV0YXppb25lIi8+DQoJCTx1aXRleHQgbmFtZT0iUVVJWlBPRF9RVUVTVFlQRV9TVlkiIHZhbHVlPSJJbmRhZ2luZSIvPg0KCQk8dWl0ZXh0IG5hbWU9IlFVSVpQT0RfUVVJWkFUTVBUX0lORiIgdmFsdWU9IkluZmluaXRpIi8+DQoJCTx1aXRleHQgbmFtZT0iUVVJWlBPRF9RVUVTQVRNUFRfSU5GIiB2YWx1ZT0iSW5maW5pdGkiLz4NCgkJPHVpdGV4dCBuYW1lPSJXQVJOSU5HTVNHX1lFU1NUUklORyIgdmFsdWU9IlPDrCIvPg0KCQk8dWl0ZXh0IG5hbWU9IldBUk5JTkdNU0dfTk9TVFJJTkciIHZhbHVlPSJObyIvPg0KCQk8dWl0ZXh0IG5hbWU9IldBUk5JTkdNU0dfVElUTEVTVFJJTkciIHZhbHVlPSJBdnZlcnRlbnphIG5hdmlnYXppb25lIHF1aXoiLz4NCgkJPHVpdGV4dCBuYW1lPSJXQVJOSU5HTVNHX01TR1NUUklORyIgdmFsdWU9Ik9jY29ycmUgYW5jb3JhIHJpc3BvbmRlcmUgYWQgYWxjdW5lIGRvbWFuZGUgZGVsIHF1aXouJiN4QTsmI3hBO1NlIGZhdGUgY2xpYyBzdSBTw6wsIHVzY2lyZXRlIGRhbCBxdWl6LiBGYXRlIGNsaWMgc3UgTm8gcGVyIGNvbnRpbnVhcmUgaWwgcXVpei4iLz4NCgkJPHVpdGV4dCBuYW1lPSJJTkZPUk1BVElPTl9IMjY0X0ZMQVNIUExBWUVSIiB2YWx1ZT0iTGEgdmVyc2lvbmUgZGkgRmxhc2ggUGxheWVyIGF0dHVhbG1lbnRlIGluc3RhbGxhdGEgbm9uIHN1cHBvcnRhIHF1ZXN0byB2aWRlby4gRmF0ZSBjbGljIHN1bGwnYXJlYSBkZWwgdmlkZW8gcGVyIHNjYXJpY2FyZSBsJ3VsdGltYSB2ZXJzaW9uZSBka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SBiYXJyYSBsYXRlcmFsZSBhaSBwYXJ0ZWNpcGFudGkiLz4NCgkJPHVpdGV4dCBuYW1lPSJNVVRFIiB2YWx1ZT0iRGlzYXR0aXZhIGF1ZGlvIi8+DQoJCTx1aXRleHQgbmFtZT0iRE9DV1JBUF9USVRMRSIgdmFsdWU9IkFsbGVnYXRvIGZpbGUgUHJlc2VudGVyIi8+DQoJCTx1aXRleHQgbmFtZT0iRE9DV1JBUF9NU0ciIHZhbHVlPSJTYWx2YSBpbiBSaXNvcnNlIGRlbCBjb21wdXRlciIvPg0KCQk8dWl0ZXh0IG5hbWU9IkRPQ1dSQVBfUFJPTVBUIiB2YWx1ZT0iQ2xpYyBwZXIgc2NhcmljYXJlIi8+DQoJPC9sYW5ndWFnZT4NCgk8bGFuZ3VhZ2UgaWQ9Im5s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SAlbiIvPg0KCQk8IS0tIHN1YnN0aXR1dGlvbjogJW4gPT0gc2xpZGUgbnVtYmVyIC0tPg0KCQk8IS0tIHN1YnN0aXR1dGlvbjogJXQgPT0gdG90YWwgc2xpZGUgY291bnQgLS0+DQoJCTx1aXRleHQgbmFtZT0iU0NSVUJCQVJTVEFUVVNfU0xJREVJTkZPIiB2YWx1ZT0iRGlhICVuIC8gJXQgfCAiLz4NCgkJPHVpdGV4dCBuYW1lPSJTQ1JVQkJBUlNUQVRVU19TVE9QUEVEIiB2YWx1ZT0iR2VzdG9wdCIvPg0KCQk8dWl0ZXh0IG5hbWU9IlNDUlVCQkFSU1RBVFVTX1BMQVlJTkciIHZhbHVlPSJBZnNwZWxlbiIvPg0KCQk8dWl0ZXh0IG5hbWU9IlNDUlVCQkFSU1RBVFVTX05PQVVESU8iIHZhbHVlPSJHZWVuIGF1ZGlvIi8+DQoJCTx1aXRleHQgbmFtZT0iU0NSVUJCQVJTVEFUVVNfVklEUExBWUlORyIgdmFsdWU9IlZpZGVvIGFmc3BlbGVuIi8+DQoJCTx1aXRleHQgbmFtZT0iU0NSVUJCQVJTVEFUVVNfTE9BRElORyIgdmFsdWU9IkxhZGVuIi8+DQoJCTx1aXRleHQgbmFtZT0iU0NSVUJCQVJTVEFUVVNfQlVGRkVSSU5HIiB2YWx1ZT0iQnVmZmVyZW4iLz4NCgkJPHVpdGV4dCBuYW1lPSJTQ1JVQkJBUlNUQVRVU19RVUVTVElPTiIgdmFsdWU9IlZyYWFnIG1ldCBhbnR3b29yZCIvPg0KCQk8dWl0ZXh0IG5hbWU9IlNDUlVCQkFSU1RBVFVTX1JFVklFV1FVSVoiIHZhbHVlPSJRdWl6IGNvbnRyb2xlcmVuIi8+DQoJCTwhLS0gc3Vic3RpdHV0aW9uOiAlbSA9PSBtaW51dGVzIHJlbWFpbmluZyAtLT4NCgkJPCEtLSBzdWJzdGl0dXRpb246ICVzID09IHNlY29uZHMgcmVtYWluaW5nIC0tPg0KCQk8dWl0ZXh0IG5hbWU9IkVMQVBTRUQiIHZhbHVlPSJFciByZXN0ZXJlbiAlbSBtaW51dGVuICVzIHNlY29uZGVuIi8+DQoJCTx1aXRleHQgbmFtZT0iTk9URk9VTkQiIHZhbHVlPSJOaWV0cyBnZXZvbmRlbiIvPg0KCQk8dWl0ZXh0IG5hbWU9IkFUVEFDSE1FTlRTIiB2YWx1ZT0iQmlqbGFnZW4iLz4NCgkJPCEtLSBzdWJzdGl0dXRpb246ICVwID09IGN1cnJlbnQgc3BlYWtlcidzIHRpdGxlIC0tPg0KCQk8dWl0ZXh0IG5hbWU9IkJJT1dJTl9USVRMRSIgdmFsdWU9IkJpb2dyYWZpZTogJXAiLz4NCgkJPHVpdGV4dCBuYW1lPSJCSU9CVE5fVElUTEUiIHZhbHVlPSJCaW9ncmFmaWUiLz4NCgkJPHVpdGV4dCBuYW1lPSJESVZJREVSQlROX1RJVExFIiB2YWx1ZT0ifCIvPg0KCQk8dWl0ZXh0IG5hbWU9IkNPTlRBQ1RCVE5fVElUTEUiIHZhbHVlPSJDb250YWN0Ii8+DQoJCTx1aXRleHQgbmFtZT0iVEFCX1FVSVoiIHZhbHVlPSJRdWl6Ii8+DQoJCTx1aXRleHQgbmFtZT0iVEFCX09VVExJTkUiIHZhbHVlPSJPdmVyemljaHQiLz4NCgkJPHVpdGV4dCBuYW1lPSJUQUJfVEhVTUIiIHZhbHVlPSJNaW5pYXR1dXIiLz4NCgkJPHVpdGV4dCBuYW1lPSJUQUJfTk9URVMiIHZhbHVlPSJOb3RpdGllcyIvPg0KCQk8dWl0ZXh0IG5hbWU9IlRBQl9TRUFSQ0giIHZhbHVlPSJab2VrZW4iLz4NCgkJPHVpdGV4dCBuYW1lPSJTTElERV9IRUFESU5HIiB2YWx1ZT0iVGl0ZWwgdmFuIGRpYSIvPg0KCQk8dWl0ZXh0IG5hbWU9IkRVUkFUSU9OX0hFQURJTkciIHZhbHVlPSJEdXVyIi8+DQoJCTx1aXRleHQgbmFtZT0iU0VBUkNIX0hFQURJTkciIHZhbHVlPSJab2VrZW4gbmFhciB0ZWtzdDoiLz4NCgkJPHVpdGV4dCBuYW1lPSJUSFVNQl9IRUFESU5HIiB2YWx1ZT0iRGlhIi8+DQoJCTx1aXRleHQgbmFtZT0iVEhVTUJfSU5GTyIgdmFsdWU9IlRpdGVsL2R1dXIgdmFuIGRpYSIvPg0KCQk8dWl0ZXh0IG5hbWU9IkFUVEFDSE5BTUVfSEVBRElORyIgdmFsdWU9IkJlc3RhbmRzbmFhbSIvPg0KCQk8dWl0ZXh0IG5hbWU9IkFUVEFDSFNJWkVfSEVBRElORyIgdmFsdWU9Ikdyb290dGUiLz4NCgkJPHVpdGV4dCBuYW1lPSJTTElERV9OT1RFUyIgdmFsdWU9IkRpYW5vdGl0aWVzIi8+DQoJCTwhLS1xdWl6IHBvZCBhbmQgbWVzc2FnZSBib3ggdGV4dHMtLT4NCgkJPHVpdGV4dCBuYW1lPSJRVUlaUE9EX1FVSVpfQVRURU1QVCIgdmFsdWU9IlF1aXpwb2dpbmc6Ii8+DQoJCTx1aXRleHQgbmFtZT0iUVVJWlBPRF9RVUlaX0FUVEVNUFRfVkFMVUUiIHZhbHVlPSIlbiB2YW4gJXQiLz4NCgkJPHVpdGV4dCBuYW1lPSJRVUlaUE9EX1FVSVpfU0NPUkUiIHZhbHVlPSJCZWhhYWxkZSBzY29yZToiLz4NCgkJPHVpdGV4dCBuYW1lPSJRVUlaUE9EX1FVSVpfUEFTU1NDT1JFIiB2YWx1ZT0iVm9sZG9lbmRlIHNjb3JlOiIvPg0KCQk8dWl0ZXh0IG5hbWU9IlFVSVpQT0RfUVVJWl9NQVhTQ09SRSIgdmFsdWU9Ik1heGltYWFsIGhhYWxiYXJlIHNjb3JlOiIvPg0KCQk8dWl0ZXh0IG5hbWU9IlFVSVpQT0RfUVVFU0FUTVBUX1NUUiIgdmFsdWU9IlBvZ2luZzogJW4gdmFuICV0Ii8+DQoJCTx1aXRleHQgbmFtZT0iUVVJWlBPRF9RVUVTVFlQRV9TVFIiIHZhbHVlPSJUeXBlOiAlcyIvPg0KCQk8dWl0ZXh0IG5hbWU9IlFVSVpQT0RfUVVFU1RZUEVfR1JEIiB2YWx1ZT0iVGVsdCB2b29yIHNjb3JlIi8+DQoJCTx1aXRleHQgbmFtZT0iUVVJWlBPRF9RVUVTVFlQRV9TVlkiIHZhbHVlPSJFbnF1w6p0ZSIvPg0KCQk8dWl0ZXh0IG5hbWU9IlFVSVpQT0RfUVVJWkFUTVBUX0lORiIgdmFsdWU9Ik9uYmVwZXJrdCIvPg0KCQk8dWl0ZXh0IG5hbWU9IlFVSVpQT0RfUVVFU0FUTVBUX0lORiIgdmFsdWU9Ik9uYmVwZXJrdCIvPg0KCQk8dWl0ZXh0IG5hbWU9IldBUk5JTkdNU0dfWUVTU1RSSU5HIiB2YWx1ZT0iSmEiLz4NCgkJPHVpdGV4dCBuYW1lPSJXQVJOSU5HTVNHX05PU1RSSU5HIiB2YWx1ZT0iTmVlIi8+DQoJCTx1aXRleHQgbmFtZT0iV0FSTklOR01TR19USVRMRVNUUklORyIgdmFsdWU9IldhYXJzY2h1d2luZyBtZXQgYmV0cmVra2luZyB0b3QgcXVpem5hdmlnYXRpZSIvPg0KCQk8dWl0ZXh0IG5hbWU9IldBUk5JTkdNU0dfTVNHU1RSSU5HIiB2YWx1ZT0iVSBoZWJ0IG5pZXQgYWxsZSB2cmFnZW4gaW4gZGV6ZSBxdWl6IGJlYW50d29vcmQuJiN4QTsmI3hBO0tsaWsgb3AgSmEgb20gZGUgcXVpeiBhZiB0ZSBzbHVpdGVuLiBLbGlrIG9wIE5lZSBvbSBkZSBxdWl6IHZvb3J0IHRlIHpldHRlbi4iLz4NCgkJPHVpdGV4dCBuYW1lPSJJTkZPUk1BVElPTl9IMjY0X0ZMQVNIUExBWUVSIiB2YWx1ZT0iRGV6ZSB2aWRlbyB3b3JkdCBuaWV0IG9uZGVyc3RldW5kIGRvb3IgZGUgdmVyc2llIHZhbiBGbGFzaCBQbGF5ZXIgZGllIG1vbWVudGVlbCBvcCB1dyBjb21wdXRlciBpcyBnZcOvbnN0YWxsZWVyZC4gS2xpayBpbiBkZSB2aWRlbyBvbSBkZSBuaWV1d3N0ZSBGbGFzaCBQbGF5ZXIgdGUgZG93bmxv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WmlqcGFuZWVsIGFhbiBkZWVsbmVtZXJzIHdlZXJnZXZlbiIvPg0KCQk8dWl0ZXh0IG5hbWU9Ik1VVEUiIHZhbHVlPSJEZW1wZW4iLz4NCgkJPHVpdGV4dCBuYW1lPSJET0NXUkFQX1RJVExFIiB2YWx1ZT0iUHJlc2VudGVyLWJlc3RhbmRzYmlqbGFnZSIvPg0KCQk8dWl0ZXh0IG5hbWU9IkRPQ1dSQVBfTVNHIiB2YWx1ZT0iT3BzbGFhbiBpbiBEZXplIGNvbXB1dGVyIi8+DQoJCTx1aXRleHQgbmFtZT0iRE9DV1JBUF9QUk9NUFQiIHZhbHVlPSJLbGlrIG9tIHRlIGRvd25sb2FkZW4iLz4NCgk8L2xhbmd1YWdlPg0KCTxsYW5ndWFnZSBpZD0iY24iPg0KCQk8IS0tIGZvcm1hdCBmb3IgdWlmb250IHZhbHVlIGlzICJmb250LHNpemUsaXNib2xkLGlzaXRhbGljLGlzc2hhZG93ZWQiIC0tPg0KCQk8dWlmb250IG5hbWU9IkZPTlRfUVVJWlpJTkciIHZhbHVlPSLlrovkvZMtMTgwMzAsMTAsZmFsc2UsZmFsc2UsZmFsc2UiLz4NCgkJPHVpZm9udCBuYW1lPSJGT05UX1NDUlVCU1RBVFVTIiB2YWx1ZT0i5a6L5L2TLTE4MDMwLDEwLHRydWUsZmFsc2UsdHJ1ZSIvPg0KCQk8dWlmb250IG5hbWU9IkZPTlRfU0NSVUJUSU1FIiB2YWx1ZT0i5a6L5L2TLTE4MDMwLDEwLGZhbHNlLGZhbHNlLHRydWUiLz4NCgkJPHVpZm9udCBuYW1lPSJGT05UX0VMQVBTRURUSU1FIiB2YWx1ZT0i5a6L5L2TLTE4MDMwLDEwLHRydWUsZmFsc2UsdHJ1ZSIvPg0KCQk8dWlmb250IG5hbWU9IkZPTlRfVVRJTFNNRU5VIiB2YWx1ZT0i5a6L5L2TLTE4MDMwLDEwLHRydWUsZmFsc2UsZmFsc2UiLz4NCgkJPHVpZm9udCBuYW1lPSJGT05UX1RBQlMiIHZhbHVlPSLlrovkvZMtMTgwMzAsMTQsdHJ1ZSxmYWxzZSx0cnVlIi8+DQoJCTx1aWZvbnQgbmFtZT0iRk9OVF9QUkVTRU5UQVRJT05OQU1FIiB2YWx1ZT0i5a6L5L2TLTE4MDMwLDE0LGZhbHNlLGZhbHNlLHRydWUiLz4NCgkJPHVpZm9udCBuYW1lPSJGT05UX1BSRVNFTlRFUk5BTUUiIHZhbHVlPSLlrovkvZMtMTgwMzAsMTQsdHJ1ZSxmYWxzZSx0cnVlIi8+DQoJCTx1aWZvbnQgbmFtZT0iRk9OVF9QUkVTRU5URVJUSVRMRSIgdmFsdWU9IuWui+S9ky0xODAzMCwxMyxmYWxzZSxmYWxzZSx0cnVlIi8+DQoJCTx1aWZvbnQgbmFtZT0iRk9OVF9CSU9CVE4iIHZhbHVlPSLlrovkvZMtMTgwMzAsMTAsZmFsc2UsZmFsc2UsdHJ1ZSIvPg0KCQk8dWlmb250IG5hbWU9IkZPTlRfTk9URVMiIHZhbHVlPSLlrovkvZMtMTgwMzAsMTIsZmFsc2UsZmFsc2UsZmFsc2UiLz4NCgkJPHVpZm9udCBuYW1lPSJGT05UX09VVExJTkUiIHZhbHVlPSLlrovkvZMtMTgwMzAsMTIsZmFsc2UsZmFsc2UsdHJ1ZSIvPg0KCQk8dWlmb250IG5hbWU9IkZPTlRfU0VBUkNIIiB2YWx1ZT0i5a6L5L2TLTE4MDMwLDEyLGZhbHNlLGZhbHNlLHRydWUiLz4NCgkJPHVpZm9udCBuYW1lPSJGT05UX1RIVU1CIiB2YWx1ZT0i5a6L5L2TLTE4MDMwLDEwLGZhbHNlLGZhbHNlLHRydWUiLz4NCgkJPHVpZm9udCBuYW1lPSJGT05UX0JJT1dJTiIgdmFsdWU9IuWui+S9ky0xODAzMCwxMixmYWxzZSxmYWxzZSxmYWxzZSIvPg0KCQk8dWlmb250IG5hbWU9IkZPTlRfTElTVEhFQURJTkciIHZhbHVlPSLlrovkvZMtMTgwMzAsMTAsZmFsc2UsZmFsc2UsZmFsc2UiLz4NCgkJPHVpZm9udCBuYW1lPSJGT05UX1dJTlRJVExFIiB2YWx1ZT0i5a6L5L2TLTE4MDMwLDEwLGZhbHNlLGZhbHNlLHRydWUiLz4NCgkJPHVpZm9udCBuYW1lPSJGT05UX0FUVEFDSE1FTlRTIiB2YWx1ZT0i5a6L5L2TLTE4MDMwLDEyLGZhbHNlLGZhbHNlLHRydWUiLz4NCgkJPCEtLXF1aXogcG9kIGFuZCBtZXNzYWdlIGJveCB0ZXh0IGZvbnRzLS0+DQoJCTx1aWZvbnQgbmFtZT0iRk9OVF9NU0dCT1hfV0lOVElUTEUiIHZhbHVlPSLlrovkvZMtMTgwMzAsMTIsdHJ1ZSxmYWxzZSx0cnVlIi8+DQoJCTx1aWZvbnQgbmFtZT0iRk9OVF9NU0dCT1hfTVNHIiB2YWx1ZT0i5a6L5L2TLTE4MDMwLDEyLGZhbHNlLGZhbHNlLHRydWUiLz4NCgkJPHVpZm9udCBuYW1lPSJGT05UX01TR0JPWF9PUFRJT05TIiB2YWx1ZT0i5a6L5L2TLTE4MDMwLDEwLHRydWUsZmFsc2UsdHJ1ZSIvPg0KCQk8dWlmb250IG5hbWU9IkZPTlRfUVVJWlBPRF9RVUlaX1RJVExFIiB2YWx1ZT0i5a6L5L2TLTE4MDMwLDEyLHRydWUsZmFsc2UsdHJ1ZSIvPg0KCQk8dWlmb250IG5hbWU9IkZPTlRfUVVJWlBPRF9RVUlaX0FUVEVNUFQiIHZhbHVlPSLlrovkvZMtMTgwMzAsMTAsZmFsc2UsZmFsc2UsdHJ1ZSIvPg0KCQk8dWlmb250IG5hbWU9IkZPTlRfUVVJWlBPRF9RVUlaX0FUVEVNUFRfVkFMVUUiIHZhbHVlPSLlrovkvZMtMTgwMzAsMTAsdHJ1ZSxmYWxzZSx0cnVlIi8+DQoJCTx1aWZvbnQgbmFtZT0iRk9OVF9RVUlaUE9EX1FVRVNUSU9OX1NDT1JFIiB2YWx1ZT0i5a6L5L2TLTE4MDMwLDEwLGZhbHNlLGZhbHNlLHRydWUiLz4NCgkJPHVpZm9udCBuYW1lPSJGT05UX1FVSVpQT0RfUVVFU1RJT05fU0NPUkVfVkFMVUUiIHZhbHVlPSLlrovkvZMtMTgwMzAsMTAsdHJ1ZSxmYWxzZSx0cnVlIi8+DQoJCTx1aWZvbnQgbmFtZT0iRk9OVF9RVUlaUE9EX1FVRVNUSU9OX0FUVEVNUFQiIHZhbHVlPSLlrovkvZMtMTgwMzAsMTAsZmFsc2UsZmFsc2UsdHJ1ZSIvPg0KCQk8dWlmb250IG5hbWU9IkZPTlRfUVVJWlBPRF9RVUVTVElPTl9BVFRFTVBUX1ZBTFVFIiB2YWx1ZT0i5a6L5L2TLTE4MDMwLDEwLHRydWUsZmFsc2UsdHJ1ZSIvPg0KCQk8dWlmb250IG5hbWU9IkZPTlRfUVVJWlBPRF9RVUVTVElPTl9UQUciIHZhbHVlPSLlrovkvZMtMTgwMzAsMTIsdHJ1ZSxmYWxzZSx0cnVlIi8+DQoJCTx1aWZvbnQgbmFtZT0iRk9OVF9RVUlaUE9EX1FVSVpfUVVFU1RJT05fQ09VTlQiIHZhbHVlPSLlrovkvZMtMTgwMzAsMTAsZmFsc2UsZmFsc2UsdHJ1ZSIvPg0KCQk8dWlmb250IG5hbWU9IkZPTlRfUVVJWlBPRF9RVUlaX1FVRVNUSU9OX0NPVU5UX1ZBTFVFIiB2YWx1ZT0i5a6L5L2TLTE4MDMwLDEwLHRydWUsZmFsc2UsdHJ1ZSIvPg0KCQk8dWlmb250IG5hbWU9IkZPTlRfUVVJWlBPRF9RVUlaX1FVRVNUSU9OX0FUVEVNUFRFRCIgdmFsdWU9IuWui+S9ky0xODAzMCwxMCxmYWxzZSxmYWxzZSx0cnVlIi8+DQoJCTx1aWZvbnQgbmFtZT0iRk9OVF9RVUlaUE9EX1FVSVpfUVVFU1RJT05fQVRURU1QVEVEX1ZBTFVFIiB2YWx1ZT0i5a6L5L2TLTE4MDMwLDEwLHRydWUsZmFsc2UsdHJ1ZSIvPg0KCQk8dWlmb250IG5hbWU9IkZPTlRfUVVJWlBPRF9RVUlaX1NDT1JFX1RBRyIgdmFsdWU9IuWui+S9ky0xODAzMCwxMix0cnVlLGZhbHNlLHRydWUiLz4NCgkJPHVpZm9udCBuYW1lPSJGT05UX1FVSVpQT0RfUVVJWl9TQ09SRSIgdmFsdWU9IuWui+S9ky0xODAzMCwxMCxmYWxzZSxmYWxzZSx0cnVlIi8+DQoJCTx1aWZvbnQgbmFtZT0iRk9OVF9RVUlaUE9EX1FVSVpfU0NPUkVfVkFMVUUiIHZhbHVlPSLlrovkvZMtMTgwMzAsMTAsdHJ1ZSxmYWxzZSx0cnVlIi8+DQoJCTx1aWZvbnQgbmFtZT0iRk9OVF9RVUlaUE9EX1FVSVpfTUFYU0NPUkUiIHZhbHVlPSLlrovkvZMtMTgwMzAsMTAsZmFsc2UsZmFsc2UsdHJ1ZSIvPg0KCQk8dWlmb250IG5hbWU9IkZPTlRfUVVJWlBPRF9RVUlaX01BWFNDT1JFX1ZBTFVFIiB2YWx1ZT0i5a6L5L2TLTE4MDMwLDEwLHRydWUsZmFsc2UsdHJ1ZSIvPg0KCQk8dWlmb250IG5hbWU9IkZPTlRfUVVJWlBPRF9RVUlaX1BBU1NTQ09SRSIgdmFsdWU9IuWui+S9ky0xODAzMCwxMCxmYWxzZSxmYWxzZSx0cnVlIi8+DQoJCTx1aWZvbnQgbmFtZT0iRk9OVF9RVUlaUE9EX1FVSVpfUEFTU1NDT1JFX1ZBTFVFIiB2YWx1ZT0i5a6L5L2TLTE4MDMwLDEwLHRydWUsZmFsc2UsdHJ1ZSIvPg0KCQk8IS0tIHVpdGV4dCAtLT4NCgkJPCEtLSBzdWJzdGl0dXRpb246ICVuID09IHNsaWRlIG51bWJlciAtLT4NCgkJPHVpdGV4dCBuYW1lPSJVTk5BTUVEU0xJREVUSVRMRSIgdmFsdWU9IuW5u+eBr+eJhyAlbiIvPg0KCQk8IS0tIHN1YnN0aXR1dGlvbjogJW4gPT0gc2xpZGUgbnVtYmVyIC0tPg0KCQk8IS0tIHN1YnN0aXR1dGlvbjogJXQgPT0gdG90YWwgc2xpZGUgY291bnQgLS0+DQoJCTx1aXRleHQgbmFtZT0iU0NSVUJCQVJTVEFUVVNfU0xJREVJTkZPIiB2YWx1ZT0i5bm754Gv54mHICVuIC8gJXQgfCAiLz4NCgkJPHVpdGV4dCBuYW1lPSJTQ1JVQkJBUlNUQVRVU19TVE9QUEVEIiB2YWx1ZT0i5bey5YGc5q2iIi8+DQoJCTx1aXRleHQgbmFtZT0iU0NSVUJCQVJTVEFUVVNfUExBWUlORyIgdmFsdWU9Iuato+WcqOaSreaUviIvPg0KCQk8dWl0ZXh0IG5hbWU9IlNDUlVCQkFSU1RBVFVTX05PQVVESU8iIHZhbHVlPSLml6Dpn7PpopEiLz4NCgkJPHVpdGV4dCBuYW1lPSJTQ1JVQkJBUlNUQVRVU19WSURQTEFZSU5HIiB2YWx1ZT0i6KeG6aKR5pKt5pS+Ii8+DQoJCTx1aXRleHQgbmFtZT0iU0NSVUJCQVJTVEFUVVNfTE9BRElORyIgdmFsdWU9Iuato+WcqOi9veWFpSIvPg0KCQk8dWl0ZXh0IG5hbWU9IlNDUlVCQkFSU1RBVFVTX0JVRkZFUklORyIgdmFsdWU9Iuato+WcqOi/m+ihjOe8k+WGsuWkhOeQhiIvPg0KCQk8dWl0ZXh0IG5hbWU9IlNDUlVCQkFSU1RBVFVTX1FVRVNUSU9OIiB2YWx1ZT0i5Zue562U6Zeu6aKYIi8+DQoJCTx1aXRleHQgbmFtZT0iU0NSVUJCQVJTVEFUVVNfUkVWSUVXUVVJWiIgdmFsdWU9Iuato+WcqOWuoemYhea1i+mqjCIvPg0KCQk8IS0tIHN1YnN0aXR1dGlvbjogJW0gPT0gbWludXRlcyByZW1haW5pbmcgLS0+DQoJCTwhLS0gc3Vic3RpdHV0aW9uOiAlcyA9PSBzZWNvbmRzIHJlbWFpbmluZyAtLT4NCgkJPHVpdGV4dCBuYW1lPSJFTEFQU0VEIiB2YWx1ZT0i5Ymp5L2ZICVtIOWIhumSnyAlcyDnp5IiLz4NCgkJPHVpdGV4dCBuYW1lPSJOT1RGT1VORCIgdmFsdWU9IuacquaJvuWIsOS7u+S9leWGheWuuSIvPg0KCQk8dWl0ZXh0IG5hbWU9IkFUVEFDSE1FTlRTIiB2YWx1ZT0i6ZmE5Lu2Ii8+DQoJCTwhLS0gc3Vic3RpdHV0aW9uOiAlcCA9PSBjdXJyZW50IHNwZWFrZXIncyB0aXRsZSAtLT4NCgkJPHVpdGV4dCBuYW1lPSJCSU9XSU5fVElUTEUiIHZhbHVlPSLkuKrkurrnroDku4s6ICVwIi8+DQoJCTx1aXRleHQgbmFtZT0iQklPQlROX1RJVExFIiB2YWx1ZT0i5Liq5Lq6566A5LuLIi8+DQoJCTx1aXRleHQgbmFtZT0iRElWSURFUkJUTl9USVRMRSIgdmFsdWU9InwiLz4NCgkJPHVpdGV4dCBuYW1lPSJDT05UQUNUQlROX1RJVExFIiB2YWx1ZT0i6IGU57O75pa55byPIi8+DQoJCTx1aXRleHQgbmFtZT0iVEFCX1FVSVoiIHZhbHVlPSLmtYvpqowiLz4NCgkJPHVpdGV4dCBuYW1lPSJUQUJfT1VUTElORSIgdmFsdWU9IuWkp+e6siIvPg0KCQk8dWl0ZXh0IG5hbWU9IlRBQl9USFVNQiIgdmFsdWU9Iue8qeeVpeWbviIvPg0KCQk8dWl0ZXh0IG5hbWU9IlRBQl9OT1RFUyIgdmFsdWU9IuWkh+azqCIvPg0KCQk8dWl0ZXh0IG5hbWU9IlRBQl9TRUFSQ0giIHZhbHVlPSLmkJzntKIiLz4NCgkJPHVpdGV4dCBuYW1lPSJTTElERV9IRUFESU5HIiB2YWx1ZT0i5bm754Gv54mH5qCH6aKYIi8+DQoJCTx1aXRleHQgbmFtZT0iRFVSQVRJT05fSEVBRElORyIgdmFsdWU9IuaMgee7reaXtumXtCIvPg0KCQk8dWl0ZXh0IG5hbWU9IlNFQVJDSF9IRUFESU5HIiB2YWx1ZT0i5pCc57Si5paH5pysOiIvPg0KCQk8dWl0ZXh0IG5hbWU9IlRIVU1CX0hFQURJTkciIHZhbHVlPSLlubvnga/niYciLz4NCgkJPHVpdGV4dCBuYW1lPSJUSFVNQl9JTkZPIiB2YWx1ZT0i5bm754Gv54mH5qCH6aKYL+aMgee7reaXtumXtCIvPg0KCQk8dWl0ZXh0IG5hbWU9IkFUVEFDSE5BTUVfSEVBRElORyIgdmFsdWU9IuaWh+S7tuWQjSIvPg0KCQk8dWl0ZXh0IG5hbWU9IkFUVEFDSFNJWkVfSEVBRElORyIgdmFsdWU9IuWkp+WwjyIvPg0KCQk8dWl0ZXh0IG5hbWU9IlNMSURFX05PVEVTIiB2YWx1ZT0i5bm754Gv54mH5aSH5rOo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8L2NvbmZpZ3VyYXRpb24+DQo="/>
  <p:tag name="MMPROD_UIDATA" val="&lt;database version=&quot;7.0&quot;&gt;&lt;object type=&quot;1&quot; unique_id=&quot;10001&quot;&gt;&lt;property id=&quot;20141&quot; value=&quot;Test&quot;/&gt;&lt;property id=&quot;20144&quot; value=&quot;0&quot;/&gt;&lt;property id=&quot;20146&quot; value=&quot;0&quot;/&gt;&lt;property id=&quot;20147&quot; value=&quot;0&quot;/&gt;&lt;property id=&quot;20148&quot; value=&quot;0&quot;/&gt;&lt;property id=&quot;20180&quot; value=&quot;1&quot;/&gt;&lt;property id=&quot;20181&quot; value=&quot;1祡䘌໴챐ຸᄸ&quot;/&gt;&lt;property id=&quot;20182&quot; value=&quot;0&quot;/&gt;&lt;property id=&quot;20183&quot; value=&quot;1&quot;/&gt;&lt;property id=&quot;20184&quot; value=&quot;7&quot;/&gt;&lt;property id=&quot;20191&quot; value=&quot;McGill&quot;/&gt;&lt;property id=&quot;20192&quot; value=&quot;https://connect.mcgill.ca&quot;/&gt;&lt;property id=&quot;20193&quot; value=&quot;0&quot;/&gt;&lt;property id=&quot;20224&quot; value=&quot;C:\Users\jremil3.CAMPUS\Desktop\Untitled&quot;/&gt;&lt;property id=&quot;20226&quot; value=&quot;C:\Users\jremil3.CAMPUS\Documents\Test.pptx&quot;/&gt;&lt;property id=&quot;20250&quot; value=&quot;0&quot;/&gt;&lt;property id=&quot;20251&quot; value=&quot;0&quot;/&gt;&lt;property id=&quot;20259&quot; value=&quot;0&quot;/&gt;&lt;object type=&quot;8&quot; unique_id=&quot;10002&quot;&gt;&lt;/object&gt;&lt;object type=&quot;2&quot; unique_id=&quot;10003&quot;&gt;&lt;object type=&quot;3&quot; unique_id=&quot;10004&quot;&gt;&lt;property id=&quot;20148&quot; value=&quot;5&quot;/&gt;&lt;property id=&quot;20300&quot; value=&quot;Slide 1&quot;/&gt;&lt;property id=&quot;20302&quot; value=&quot;1&quot;/&gt;&lt;property id=&quot;20303&quot; value=&quot;-1&quot;/&gt;&lt;property id=&quot;20307&quot; value=&quot;256&quot;/&gt;&lt;property id=&quot;20309&quot; value=&quot;-1&quot;/&gt;&lt;/object&gt;&lt;/object&gt;&lt;object type=&quot;4&quot; unique_id=&quot;10282&quot;&gt;&lt;/object&gt;&lt;object type=&quot;10&quot; unique_id=&quot;10313&quot;&gt;&lt;object type=&quot;11&quot; unique_id=&quot;10314&quot;&gt;&lt;property id=&quot;20180&quot; value=&quot;1&quot;/&gt;&lt;property id=&quot;20181&quot; value=&quot;1祡䘌໴챐ຸᄸ&quot;/&gt;&lt;property id=&quot;20182&quot; value=&quot;0&quot;/&gt;&lt;property id=&quot;20183&quot; value=&quot;1&quot;/&gt;&lt;/object&gt;&lt;object type=&quot;12&quot; unique_id=&quot;10315&quot;&gt;&lt;/object&gt;&lt;/object&gt;&lt;/object&gt;&lt;/database&gt;"/>
  <p:tag name="SECTOMILLISECCONVERTED" val="1"/>
  <p:tag name="ARTICULATE_DESIGN_ID_3_BODY SLIDES" val="KxQTgtwD"/>
  <p:tag name="ARTICULATE_DESIGN_ID_SCS_INSTRUCTOR_TEMPLATE_FINAL_11JUL12" val="WjYDd5jC"/>
  <p:tag name="ARTICULATE_DESIGN_ID_2_COURSE INTRODUCTION SECTION SLIDES" val="2oyRvmTz"/>
  <p:tag name="ARTICULATE_DESIGN_ID_6_END SLIDE" val="e5N5rkiO"/>
  <p:tag name="ARTICULATE_DESIGN_ID_5_SUMMARY SLIDES" val="0yFMtatE"/>
  <p:tag name="ARTICULATE_DESIGN_ID_4_ACTIVITY SLIDES" val="3IO17py5"/>
  <p:tag name="ARTICULATE_SLIDE_COUNT" val="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3_Body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CS_Instructor_Template_JAN-2016_01.potx" id="{B171CE54-E0B3-48DE-B5A6-CB6B870F1157}" vid="{F7B45810-D9B3-47F4-BC11-88D54CF40AC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9879ED8B4619441B91687DCDA02DA39" ma:contentTypeVersion="4" ma:contentTypeDescription="Create a new document." ma:contentTypeScope="" ma:versionID="e9f6abe488ccb30ede1a22ac04af6b8b">
  <xsd:schema xmlns:xsd="http://www.w3.org/2001/XMLSchema" xmlns:xs="http://www.w3.org/2001/XMLSchema" xmlns:p="http://schemas.microsoft.com/office/2006/metadata/properties" xmlns:ns2="21d99a6e-e1bc-4d91-b097-03191ed450e9" targetNamespace="http://schemas.microsoft.com/office/2006/metadata/properties" ma:root="true" ma:fieldsID="3456e5b705d00c9872288845cb9a19d4" ns2:_="">
    <xsd:import namespace="21d99a6e-e1bc-4d91-b097-03191ed450e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d99a6e-e1bc-4d91-b097-03191ed450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8E3EF9B-59AC-447C-85F7-757DD6B3495B}">
  <ds:schemaRefs>
    <ds:schemaRef ds:uri="http://schemas.microsoft.com/sharepoint/v3/contenttype/forms"/>
  </ds:schemaRefs>
</ds:datastoreItem>
</file>

<file path=customXml/itemProps2.xml><?xml version="1.0" encoding="utf-8"?>
<ds:datastoreItem xmlns:ds="http://schemas.openxmlformats.org/officeDocument/2006/customXml" ds:itemID="{0F916C75-AAFA-4EC7-AB19-509FDCEC93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d99a6e-e1bc-4d91-b097-03191ed450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3C04534-A83D-479B-A773-C2FB7E41A064}">
  <ds:schemaRefs>
    <ds:schemaRef ds:uri="21d99a6e-e1bc-4d91-b097-03191ed450e9"/>
    <ds:schemaRef ds:uri="http://schemas.microsoft.com/office/2006/metadata/properties"/>
    <ds:schemaRef ds:uri="http://purl.org/dc/dcmitype/"/>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SCS_Instructor_Template_JAN-2016_final (002)</Template>
  <TotalTime>11081</TotalTime>
  <Words>1497</Words>
  <Application>Microsoft Office PowerPoint</Application>
  <PresentationFormat>Widescreen</PresentationFormat>
  <Paragraphs>173</Paragraphs>
  <Slides>30</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Britannic Bold</vt:lpstr>
      <vt:lpstr>Calibri</vt:lpstr>
      <vt:lpstr>Times</vt:lpstr>
      <vt:lpstr>Verdana</vt:lpstr>
      <vt:lpstr>Wingdings</vt:lpstr>
      <vt:lpstr>3_Body Slides</vt:lpstr>
      <vt:lpstr>Information System Security CMIS 422 Privacy Module 10   Mona Taghavi</vt:lpstr>
      <vt:lpstr>Session Overview</vt:lpstr>
      <vt:lpstr>PowerPoint Presentation</vt:lpstr>
      <vt:lpstr>PowerPoint Presentation</vt:lpstr>
      <vt:lpstr>PowerPoint Presentation</vt:lpstr>
      <vt:lpstr>PowerPoint Presentation</vt:lpstr>
      <vt:lpstr>Authentication vs Identification</vt:lpstr>
      <vt:lpstr>Authentication vs Identification</vt:lpstr>
      <vt:lpstr>Data Mining</vt:lpstr>
      <vt:lpstr>Privacy-Preserving Data Mining</vt:lpstr>
      <vt:lpstr>Privacy for Correlation</vt:lpstr>
      <vt:lpstr>Privacy for Correlation</vt:lpstr>
      <vt:lpstr>Privacy for Correlation</vt:lpstr>
      <vt:lpstr>Privacy for Aggregation</vt:lpstr>
      <vt:lpstr>Where Does Email Go?</vt:lpstr>
      <vt:lpstr>Where Does Email Go?</vt:lpstr>
      <vt:lpstr>Anonymous or Disappearing Email</vt:lpstr>
      <vt:lpstr>Anonymous or Disappearing Email</vt:lpstr>
      <vt:lpstr>Anonymous or Disappearing Email</vt:lpstr>
      <vt:lpstr>Anonymous or Disappearing Email</vt:lpstr>
      <vt:lpstr>Anonymous or Disappearing Email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 </vt:lpstr>
      <vt:lpstr>Session Summary</vt:lpstr>
    </vt:vector>
  </TitlesOfParts>
  <Company>McGill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Denise Quildon, Ms.</dc:creator>
  <cp:lastModifiedBy>M</cp:lastModifiedBy>
  <cp:revision>69</cp:revision>
  <dcterms:created xsi:type="dcterms:W3CDTF">2016-01-22T14:51:00Z</dcterms:created>
  <dcterms:modified xsi:type="dcterms:W3CDTF">2024-11-14T15:34:48Z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0x01010059879ED8B4619441B91687DCDA02DA39</vt:lpwstr>
  </property>
  <property fmtid="{D5CDD505-2E9C-101B-9397-08002B2CF9AE}" pid="3" name="_dlc_DocIdItemGuid">
    <vt:lpwstr>7854b057-4ebf-435b-8657-63acaf55ccdc</vt:lpwstr>
  </property>
  <property fmtid="{D5CDD505-2E9C-101B-9397-08002B2CF9AE}" pid="4" name="ArticulateGUID">
    <vt:lpwstr>A7BECAEB-F12F-46DD-80CA-4A5D3808AE7C</vt:lpwstr>
  </property>
  <property fmtid="{D5CDD505-2E9C-101B-9397-08002B2CF9AE}" pid="5" name="ArticulatePath">
    <vt:lpwstr>CPD_Template_2019</vt:lpwstr>
  </property>
  <property fmtid="{D5CDD505-2E9C-101B-9397-08002B2CF9AE}" pid="6" name="xd_Signature">
    <vt:bool>false</vt:bool>
  </property>
  <property fmtid="{D5CDD505-2E9C-101B-9397-08002B2CF9AE}" pid="7" name="xd_ProgID">
    <vt:lpwstr/>
  </property>
  <property fmtid="{D5CDD505-2E9C-101B-9397-08002B2CF9AE}" pid="8" name="TemplateUrl">
    <vt:lpwstr/>
  </property>
  <property fmtid="{D5CDD505-2E9C-101B-9397-08002B2CF9AE}" pid="9" name="ComplianceAssetId">
    <vt:lpwstr/>
  </property>
</Properties>
</file>