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0" r:id="rId4"/>
  </p:sldMasterIdLst>
  <p:notesMasterIdLst>
    <p:notesMasterId r:id="rId29"/>
  </p:notesMasterIdLst>
  <p:handoutMasterIdLst>
    <p:handoutMasterId r:id="rId30"/>
  </p:handoutMasterIdLst>
  <p:sldIdLst>
    <p:sldId id="265" r:id="rId5"/>
    <p:sldId id="261" r:id="rId6"/>
    <p:sldId id="313" r:id="rId7"/>
    <p:sldId id="269" r:id="rId8"/>
    <p:sldId id="270" r:id="rId9"/>
    <p:sldId id="272" r:id="rId10"/>
    <p:sldId id="318" r:id="rId11"/>
    <p:sldId id="319" r:id="rId12"/>
    <p:sldId id="292" r:id="rId13"/>
    <p:sldId id="320" r:id="rId14"/>
    <p:sldId id="311" r:id="rId15"/>
    <p:sldId id="280" r:id="rId16"/>
    <p:sldId id="296" r:id="rId17"/>
    <p:sldId id="286" r:id="rId18"/>
    <p:sldId id="284" r:id="rId19"/>
    <p:sldId id="291" r:id="rId20"/>
    <p:sldId id="302" r:id="rId21"/>
    <p:sldId id="289" r:id="rId22"/>
    <p:sldId id="297" r:id="rId23"/>
    <p:sldId id="298" r:id="rId24"/>
    <p:sldId id="316" r:id="rId25"/>
    <p:sldId id="321" r:id="rId26"/>
    <p:sldId id="307" r:id="rId27"/>
    <p:sldId id="263" r:id="rId28"/>
  </p:sldIdLst>
  <p:sldSz cx="12192000" cy="6858000"/>
  <p:notesSz cx="6934200" cy="9220200"/>
  <p:custDataLst>
    <p:tags r:id="rId3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cademic Tablet" initials="A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91C8D7"/>
    <a:srgbClr val="ED1B2F"/>
    <a:srgbClr val="8C8C8C"/>
    <a:srgbClr val="E43029"/>
    <a:srgbClr val="FF0000"/>
    <a:srgbClr val="698335"/>
    <a:srgbClr val="DFF1CB"/>
    <a:srgbClr val="EF5F5F"/>
    <a:srgbClr val="E6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23" autoAdjust="0"/>
    <p:restoredTop sz="94129" autoAdjust="0"/>
  </p:normalViewPr>
  <p:slideViewPr>
    <p:cSldViewPr>
      <p:cViewPr varScale="1">
        <p:scale>
          <a:sx n="74" d="100"/>
          <a:sy n="74" d="100"/>
        </p:scale>
        <p:origin x="981" y="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892" y="-102"/>
      </p:cViewPr>
      <p:guideLst>
        <p:guide orient="horz" pos="2904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a Taghavi" userId="cdd0f8e6-fa0c-4861-85ac-fabaa218fd0b" providerId="ADAL" clId="{3A8BAE0B-212C-440C-A5D2-9DA3B3D9ADD8}"/>
    <pc:docChg chg="undo custSel addSld delSld modSld sldOrd">
      <pc:chgData name="Mona Taghavi" userId="cdd0f8e6-fa0c-4861-85ac-fabaa218fd0b" providerId="ADAL" clId="{3A8BAE0B-212C-440C-A5D2-9DA3B3D9ADD8}" dt="2024-08-29T03:15:23.485" v="173" actId="2696"/>
      <pc:docMkLst>
        <pc:docMk/>
      </pc:docMkLst>
      <pc:sldChg chg="del">
        <pc:chgData name="Mona Taghavi" userId="cdd0f8e6-fa0c-4861-85ac-fabaa218fd0b" providerId="ADAL" clId="{3A8BAE0B-212C-440C-A5D2-9DA3B3D9ADD8}" dt="2024-08-29T00:32:59.376" v="27" actId="2696"/>
        <pc:sldMkLst>
          <pc:docMk/>
          <pc:sldMk cId="918110894" sldId="259"/>
        </pc:sldMkLst>
      </pc:sldChg>
      <pc:sldChg chg="modSp del">
        <pc:chgData name="Mona Taghavi" userId="cdd0f8e6-fa0c-4861-85ac-fabaa218fd0b" providerId="ADAL" clId="{3A8BAE0B-212C-440C-A5D2-9DA3B3D9ADD8}" dt="2024-08-29T00:48:17.020" v="30" actId="2696"/>
        <pc:sldMkLst>
          <pc:docMk/>
          <pc:sldMk cId="940206824" sldId="260"/>
        </pc:sldMkLst>
        <pc:spChg chg="mod">
          <ac:chgData name="Mona Taghavi" userId="cdd0f8e6-fa0c-4861-85ac-fabaa218fd0b" providerId="ADAL" clId="{3A8BAE0B-212C-440C-A5D2-9DA3B3D9ADD8}" dt="2024-08-28T02:30:32.139" v="24" actId="20577"/>
          <ac:spMkLst>
            <pc:docMk/>
            <pc:sldMk cId="940206824" sldId="260"/>
            <ac:spMk id="7" creationId="{00000000-0000-0000-0000-000000000000}"/>
          </ac:spMkLst>
        </pc:spChg>
      </pc:sldChg>
      <pc:sldChg chg="modSp">
        <pc:chgData name="Mona Taghavi" userId="cdd0f8e6-fa0c-4861-85ac-fabaa218fd0b" providerId="ADAL" clId="{3A8BAE0B-212C-440C-A5D2-9DA3B3D9ADD8}" dt="2024-08-29T03:14:11.266" v="172" actId="20577"/>
        <pc:sldMkLst>
          <pc:docMk/>
          <pc:sldMk cId="970022681" sldId="263"/>
        </pc:sldMkLst>
        <pc:spChg chg="mod">
          <ac:chgData name="Mona Taghavi" userId="cdd0f8e6-fa0c-4861-85ac-fabaa218fd0b" providerId="ADAL" clId="{3A8BAE0B-212C-440C-A5D2-9DA3B3D9ADD8}" dt="2024-08-29T03:14:11.266" v="172" actId="20577"/>
          <ac:spMkLst>
            <pc:docMk/>
            <pc:sldMk cId="970022681" sldId="263"/>
            <ac:spMk id="3" creationId="{00000000-0000-0000-0000-000000000000}"/>
          </ac:spMkLst>
        </pc:spChg>
      </pc:sldChg>
      <pc:sldChg chg="modSp">
        <pc:chgData name="Mona Taghavi" userId="cdd0f8e6-fa0c-4861-85ac-fabaa218fd0b" providerId="ADAL" clId="{3A8BAE0B-212C-440C-A5D2-9DA3B3D9ADD8}" dt="2024-08-29T00:34:25.074" v="29" actId="113"/>
        <pc:sldMkLst>
          <pc:docMk/>
          <pc:sldMk cId="2086746270" sldId="265"/>
        </pc:sldMkLst>
        <pc:spChg chg="mod">
          <ac:chgData name="Mona Taghavi" userId="cdd0f8e6-fa0c-4861-85ac-fabaa218fd0b" providerId="ADAL" clId="{3A8BAE0B-212C-440C-A5D2-9DA3B3D9ADD8}" dt="2024-08-29T00:34:25.074" v="29" actId="113"/>
          <ac:spMkLst>
            <pc:docMk/>
            <pc:sldMk cId="2086746270" sldId="265"/>
            <ac:spMk id="2" creationId="{00000000-0000-0000-0000-000000000000}"/>
          </ac:spMkLst>
        </pc:spChg>
      </pc:sldChg>
      <pc:sldChg chg="del">
        <pc:chgData name="Mona Taghavi" userId="cdd0f8e6-fa0c-4861-85ac-fabaa218fd0b" providerId="ADAL" clId="{3A8BAE0B-212C-440C-A5D2-9DA3B3D9ADD8}" dt="2024-08-28T02:31:09.646" v="25" actId="2696"/>
        <pc:sldMkLst>
          <pc:docMk/>
          <pc:sldMk cId="301406571" sldId="266"/>
        </pc:sldMkLst>
      </pc:sldChg>
      <pc:sldChg chg="modSp">
        <pc:chgData name="Mona Taghavi" userId="cdd0f8e6-fa0c-4861-85ac-fabaa218fd0b" providerId="ADAL" clId="{3A8BAE0B-212C-440C-A5D2-9DA3B3D9ADD8}" dt="2024-08-29T00:55:24.430" v="69" actId="20577"/>
        <pc:sldMkLst>
          <pc:docMk/>
          <pc:sldMk cId="236598612" sldId="272"/>
        </pc:sldMkLst>
        <pc:spChg chg="mod">
          <ac:chgData name="Mona Taghavi" userId="cdd0f8e6-fa0c-4861-85ac-fabaa218fd0b" providerId="ADAL" clId="{3A8BAE0B-212C-440C-A5D2-9DA3B3D9ADD8}" dt="2024-08-29T00:55:24.430" v="69" actId="20577"/>
          <ac:spMkLst>
            <pc:docMk/>
            <pc:sldMk cId="236598612" sldId="272"/>
            <ac:spMk id="2" creationId="{00000000-0000-0000-0000-000000000000}"/>
          </ac:spMkLst>
        </pc:spChg>
        <pc:spChg chg="mod">
          <ac:chgData name="Mona Taghavi" userId="cdd0f8e6-fa0c-4861-85ac-fabaa218fd0b" providerId="ADAL" clId="{3A8BAE0B-212C-440C-A5D2-9DA3B3D9ADD8}" dt="2024-08-29T00:52:49.905" v="38" actId="14100"/>
          <ac:spMkLst>
            <pc:docMk/>
            <pc:sldMk cId="236598612" sldId="272"/>
            <ac:spMk id="3" creationId="{00000000-0000-0000-0000-000000000000}"/>
          </ac:spMkLst>
        </pc:spChg>
      </pc:sldChg>
      <pc:sldChg chg="addSp modSp">
        <pc:chgData name="Mona Taghavi" userId="cdd0f8e6-fa0c-4861-85ac-fabaa218fd0b" providerId="ADAL" clId="{3A8BAE0B-212C-440C-A5D2-9DA3B3D9ADD8}" dt="2024-08-29T02:06:24.338" v="104" actId="1076"/>
        <pc:sldMkLst>
          <pc:docMk/>
          <pc:sldMk cId="1850842488" sldId="280"/>
        </pc:sldMkLst>
        <pc:spChg chg="mod">
          <ac:chgData name="Mona Taghavi" userId="cdd0f8e6-fa0c-4861-85ac-fabaa218fd0b" providerId="ADAL" clId="{3A8BAE0B-212C-440C-A5D2-9DA3B3D9ADD8}" dt="2024-08-29T02:06:11.595" v="102" actId="20577"/>
          <ac:spMkLst>
            <pc:docMk/>
            <pc:sldMk cId="1850842488" sldId="280"/>
            <ac:spMk id="3" creationId="{00000000-0000-0000-0000-000000000000}"/>
          </ac:spMkLst>
        </pc:spChg>
        <pc:picChg chg="add mod">
          <ac:chgData name="Mona Taghavi" userId="cdd0f8e6-fa0c-4861-85ac-fabaa218fd0b" providerId="ADAL" clId="{3A8BAE0B-212C-440C-A5D2-9DA3B3D9ADD8}" dt="2024-08-29T02:06:24.338" v="104" actId="1076"/>
          <ac:picMkLst>
            <pc:docMk/>
            <pc:sldMk cId="1850842488" sldId="280"/>
            <ac:picMk id="4" creationId="{A9A70281-47AB-4F47-BE3F-CF5A6FF1E59A}"/>
          </ac:picMkLst>
        </pc:picChg>
      </pc:sldChg>
      <pc:sldChg chg="modSp">
        <pc:chgData name="Mona Taghavi" userId="cdd0f8e6-fa0c-4861-85ac-fabaa218fd0b" providerId="ADAL" clId="{3A8BAE0B-212C-440C-A5D2-9DA3B3D9ADD8}" dt="2024-08-29T02:20:42.784" v="113" actId="27636"/>
        <pc:sldMkLst>
          <pc:docMk/>
          <pc:sldMk cId="0" sldId="284"/>
        </pc:sldMkLst>
        <pc:spChg chg="mod">
          <ac:chgData name="Mona Taghavi" userId="cdd0f8e6-fa0c-4861-85ac-fabaa218fd0b" providerId="ADAL" clId="{3A8BAE0B-212C-440C-A5D2-9DA3B3D9ADD8}" dt="2024-08-29T02:20:42.784" v="113" actId="27636"/>
          <ac:spMkLst>
            <pc:docMk/>
            <pc:sldMk cId="0" sldId="284"/>
            <ac:spMk id="179203" creationId="{B8332562-AC62-49AD-A2DB-7E976184B8A7}"/>
          </ac:spMkLst>
        </pc:spChg>
      </pc:sldChg>
      <pc:sldChg chg="modSp del">
        <pc:chgData name="Mona Taghavi" userId="cdd0f8e6-fa0c-4861-85ac-fabaa218fd0b" providerId="ADAL" clId="{3A8BAE0B-212C-440C-A5D2-9DA3B3D9ADD8}" dt="2024-08-29T03:00:06.016" v="171" actId="2696"/>
        <pc:sldMkLst>
          <pc:docMk/>
          <pc:sldMk cId="0" sldId="285"/>
        </pc:sldMkLst>
        <pc:spChg chg="mod">
          <ac:chgData name="Mona Taghavi" userId="cdd0f8e6-fa0c-4861-85ac-fabaa218fd0b" providerId="ADAL" clId="{3A8BAE0B-212C-440C-A5D2-9DA3B3D9ADD8}" dt="2024-08-29T02:57:14.756" v="136" actId="20577"/>
          <ac:spMkLst>
            <pc:docMk/>
            <pc:sldMk cId="0" sldId="285"/>
            <ac:spMk id="180229" creationId="{4B7DFC71-53FE-44BA-8295-C3E3610A8FCF}"/>
          </ac:spMkLst>
        </pc:spChg>
      </pc:sldChg>
      <pc:sldChg chg="delSp modSp ord">
        <pc:chgData name="Mona Taghavi" userId="cdd0f8e6-fa0c-4861-85ac-fabaa218fd0b" providerId="ADAL" clId="{3A8BAE0B-212C-440C-A5D2-9DA3B3D9ADD8}" dt="2024-08-29T02:13:41.874" v="109"/>
        <pc:sldMkLst>
          <pc:docMk/>
          <pc:sldMk cId="1977095952" sldId="286"/>
        </pc:sldMkLst>
        <pc:spChg chg="del mod">
          <ac:chgData name="Mona Taghavi" userId="cdd0f8e6-fa0c-4861-85ac-fabaa218fd0b" providerId="ADAL" clId="{3A8BAE0B-212C-440C-A5D2-9DA3B3D9ADD8}" dt="2024-08-29T02:13:41.874" v="109"/>
          <ac:spMkLst>
            <pc:docMk/>
            <pc:sldMk cId="1977095952" sldId="286"/>
            <ac:spMk id="4" creationId="{00000000-0000-0000-0000-000000000000}"/>
          </ac:spMkLst>
        </pc:spChg>
      </pc:sldChg>
      <pc:sldChg chg="del">
        <pc:chgData name="Mona Taghavi" userId="cdd0f8e6-fa0c-4861-85ac-fabaa218fd0b" providerId="ADAL" clId="{3A8BAE0B-212C-440C-A5D2-9DA3B3D9ADD8}" dt="2024-08-28T02:35:41.200" v="26" actId="2696"/>
        <pc:sldMkLst>
          <pc:docMk/>
          <pc:sldMk cId="919981209" sldId="287"/>
        </pc:sldMkLst>
      </pc:sldChg>
      <pc:sldChg chg="del">
        <pc:chgData name="Mona Taghavi" userId="cdd0f8e6-fa0c-4861-85ac-fabaa218fd0b" providerId="ADAL" clId="{3A8BAE0B-212C-440C-A5D2-9DA3B3D9ADD8}" dt="2024-08-29T02:17:39.241" v="110" actId="2696"/>
        <pc:sldMkLst>
          <pc:docMk/>
          <pc:sldMk cId="1189358770" sldId="288"/>
        </pc:sldMkLst>
      </pc:sldChg>
      <pc:sldChg chg="addSp modSp ord">
        <pc:chgData name="Mona Taghavi" userId="cdd0f8e6-fa0c-4861-85ac-fabaa218fd0b" providerId="ADAL" clId="{3A8BAE0B-212C-440C-A5D2-9DA3B3D9ADD8}" dt="2024-08-29T02:59:46.453" v="170" actId="20577"/>
        <pc:sldMkLst>
          <pc:docMk/>
          <pc:sldMk cId="800710924" sldId="289"/>
        </pc:sldMkLst>
        <pc:spChg chg="mod">
          <ac:chgData name="Mona Taghavi" userId="cdd0f8e6-fa0c-4861-85ac-fabaa218fd0b" providerId="ADAL" clId="{3A8BAE0B-212C-440C-A5D2-9DA3B3D9ADD8}" dt="2024-08-29T02:58:04.952" v="140" actId="1076"/>
          <ac:spMkLst>
            <pc:docMk/>
            <pc:sldMk cId="800710924" sldId="289"/>
            <ac:spMk id="3" creationId="{00000000-0000-0000-0000-000000000000}"/>
          </ac:spMkLst>
        </pc:spChg>
        <pc:spChg chg="mod">
          <ac:chgData name="Mona Taghavi" userId="cdd0f8e6-fa0c-4861-85ac-fabaa218fd0b" providerId="ADAL" clId="{3A8BAE0B-212C-440C-A5D2-9DA3B3D9ADD8}" dt="2024-08-29T02:58:04.952" v="140" actId="1076"/>
          <ac:spMkLst>
            <pc:docMk/>
            <pc:sldMk cId="800710924" sldId="289"/>
            <ac:spMk id="5" creationId="{00000000-0000-0000-0000-000000000000}"/>
          </ac:spMkLst>
        </pc:spChg>
        <pc:spChg chg="mod">
          <ac:chgData name="Mona Taghavi" userId="cdd0f8e6-fa0c-4861-85ac-fabaa218fd0b" providerId="ADAL" clId="{3A8BAE0B-212C-440C-A5D2-9DA3B3D9ADD8}" dt="2024-08-29T02:58:04.952" v="140" actId="1076"/>
          <ac:spMkLst>
            <pc:docMk/>
            <pc:sldMk cId="800710924" sldId="289"/>
            <ac:spMk id="9" creationId="{00000000-0000-0000-0000-000000000000}"/>
          </ac:spMkLst>
        </pc:spChg>
        <pc:spChg chg="mod">
          <ac:chgData name="Mona Taghavi" userId="cdd0f8e6-fa0c-4861-85ac-fabaa218fd0b" providerId="ADAL" clId="{3A8BAE0B-212C-440C-A5D2-9DA3B3D9ADD8}" dt="2024-08-29T02:58:04.952" v="140" actId="1076"/>
          <ac:spMkLst>
            <pc:docMk/>
            <pc:sldMk cId="800710924" sldId="289"/>
            <ac:spMk id="10" creationId="{00000000-0000-0000-0000-000000000000}"/>
          </ac:spMkLst>
        </pc:spChg>
        <pc:spChg chg="mod">
          <ac:chgData name="Mona Taghavi" userId="cdd0f8e6-fa0c-4861-85ac-fabaa218fd0b" providerId="ADAL" clId="{3A8BAE0B-212C-440C-A5D2-9DA3B3D9ADD8}" dt="2024-08-29T02:58:04.952" v="140" actId="1076"/>
          <ac:spMkLst>
            <pc:docMk/>
            <pc:sldMk cId="800710924" sldId="289"/>
            <ac:spMk id="11" creationId="{00000000-0000-0000-0000-000000000000}"/>
          </ac:spMkLst>
        </pc:spChg>
        <pc:spChg chg="mod">
          <ac:chgData name="Mona Taghavi" userId="cdd0f8e6-fa0c-4861-85ac-fabaa218fd0b" providerId="ADAL" clId="{3A8BAE0B-212C-440C-A5D2-9DA3B3D9ADD8}" dt="2024-08-29T02:58:31.929" v="143" actId="1076"/>
          <ac:spMkLst>
            <pc:docMk/>
            <pc:sldMk cId="800710924" sldId="289"/>
            <ac:spMk id="13" creationId="{00000000-0000-0000-0000-000000000000}"/>
          </ac:spMkLst>
        </pc:spChg>
        <pc:spChg chg="mod">
          <ac:chgData name="Mona Taghavi" userId="cdd0f8e6-fa0c-4861-85ac-fabaa218fd0b" providerId="ADAL" clId="{3A8BAE0B-212C-440C-A5D2-9DA3B3D9ADD8}" dt="2024-08-29T02:58:04.952" v="140" actId="1076"/>
          <ac:spMkLst>
            <pc:docMk/>
            <pc:sldMk cId="800710924" sldId="289"/>
            <ac:spMk id="15" creationId="{00000000-0000-0000-0000-000000000000}"/>
          </ac:spMkLst>
        </pc:spChg>
        <pc:spChg chg="add mod">
          <ac:chgData name="Mona Taghavi" userId="cdd0f8e6-fa0c-4861-85ac-fabaa218fd0b" providerId="ADAL" clId="{3A8BAE0B-212C-440C-A5D2-9DA3B3D9ADD8}" dt="2024-08-29T02:59:46.453" v="170" actId="20577"/>
          <ac:spMkLst>
            <pc:docMk/>
            <pc:sldMk cId="800710924" sldId="289"/>
            <ac:spMk id="16" creationId="{43D3A2F5-4D9E-4106-A69A-479273682EB5}"/>
          </ac:spMkLst>
        </pc:spChg>
        <pc:picChg chg="mod">
          <ac:chgData name="Mona Taghavi" userId="cdd0f8e6-fa0c-4861-85ac-fabaa218fd0b" providerId="ADAL" clId="{3A8BAE0B-212C-440C-A5D2-9DA3B3D9ADD8}" dt="2024-08-29T02:58:04.952" v="140" actId="1076"/>
          <ac:picMkLst>
            <pc:docMk/>
            <pc:sldMk cId="800710924" sldId="289"/>
            <ac:picMk id="6" creationId="{00000000-0000-0000-0000-000000000000}"/>
          </ac:picMkLst>
        </pc:picChg>
        <pc:cxnChg chg="mod">
          <ac:chgData name="Mona Taghavi" userId="cdd0f8e6-fa0c-4861-85ac-fabaa218fd0b" providerId="ADAL" clId="{3A8BAE0B-212C-440C-A5D2-9DA3B3D9ADD8}" dt="2024-08-29T02:58:04.952" v="140" actId="1076"/>
          <ac:cxnSpMkLst>
            <pc:docMk/>
            <pc:sldMk cId="800710924" sldId="289"/>
            <ac:cxnSpMk id="8" creationId="{00000000-0000-0000-0000-000000000000}"/>
          </ac:cxnSpMkLst>
        </pc:cxnChg>
        <pc:cxnChg chg="mod">
          <ac:chgData name="Mona Taghavi" userId="cdd0f8e6-fa0c-4861-85ac-fabaa218fd0b" providerId="ADAL" clId="{3A8BAE0B-212C-440C-A5D2-9DA3B3D9ADD8}" dt="2024-08-29T02:58:04.952" v="140" actId="1076"/>
          <ac:cxnSpMkLst>
            <pc:docMk/>
            <pc:sldMk cId="800710924" sldId="289"/>
            <ac:cxnSpMk id="12" creationId="{00000000-0000-0000-0000-000000000000}"/>
          </ac:cxnSpMkLst>
        </pc:cxnChg>
        <pc:cxnChg chg="mod">
          <ac:chgData name="Mona Taghavi" userId="cdd0f8e6-fa0c-4861-85ac-fabaa218fd0b" providerId="ADAL" clId="{3A8BAE0B-212C-440C-A5D2-9DA3B3D9ADD8}" dt="2024-08-29T02:58:04.952" v="140" actId="1076"/>
          <ac:cxnSpMkLst>
            <pc:docMk/>
            <pc:sldMk cId="800710924" sldId="289"/>
            <ac:cxnSpMk id="14" creationId="{00000000-0000-0000-0000-000000000000}"/>
          </ac:cxnSpMkLst>
        </pc:cxnChg>
      </pc:sldChg>
      <pc:sldChg chg="del">
        <pc:chgData name="Mona Taghavi" userId="cdd0f8e6-fa0c-4861-85ac-fabaa218fd0b" providerId="ADAL" clId="{3A8BAE0B-212C-440C-A5D2-9DA3B3D9ADD8}" dt="2024-08-29T02:21:05.452" v="114" actId="2696"/>
        <pc:sldMkLst>
          <pc:docMk/>
          <pc:sldMk cId="1722708065" sldId="293"/>
        </pc:sldMkLst>
      </pc:sldChg>
      <pc:sldChg chg="del">
        <pc:chgData name="Mona Taghavi" userId="cdd0f8e6-fa0c-4861-85ac-fabaa218fd0b" providerId="ADAL" clId="{3A8BAE0B-212C-440C-A5D2-9DA3B3D9ADD8}" dt="2024-08-29T02:21:10.494" v="115" actId="2696"/>
        <pc:sldMkLst>
          <pc:docMk/>
          <pc:sldMk cId="368430504" sldId="295"/>
        </pc:sldMkLst>
      </pc:sldChg>
      <pc:sldChg chg="modSp">
        <pc:chgData name="Mona Taghavi" userId="cdd0f8e6-fa0c-4861-85ac-fabaa218fd0b" providerId="ADAL" clId="{3A8BAE0B-212C-440C-A5D2-9DA3B3D9ADD8}" dt="2024-08-29T02:55:44.435" v="131" actId="27636"/>
        <pc:sldMkLst>
          <pc:docMk/>
          <pc:sldMk cId="0" sldId="297"/>
        </pc:sldMkLst>
        <pc:spChg chg="mod">
          <ac:chgData name="Mona Taghavi" userId="cdd0f8e6-fa0c-4861-85ac-fabaa218fd0b" providerId="ADAL" clId="{3A8BAE0B-212C-440C-A5D2-9DA3B3D9ADD8}" dt="2024-08-29T02:55:44.435" v="131" actId="27636"/>
          <ac:spMkLst>
            <pc:docMk/>
            <pc:sldMk cId="0" sldId="297"/>
            <ac:spMk id="182275" creationId="{75701E9A-2071-44EC-B3B1-E1AC1BD3723D}"/>
          </ac:spMkLst>
        </pc:spChg>
      </pc:sldChg>
      <pc:sldChg chg="del">
        <pc:chgData name="Mona Taghavi" userId="cdd0f8e6-fa0c-4861-85ac-fabaa218fd0b" providerId="ADAL" clId="{3A8BAE0B-212C-440C-A5D2-9DA3B3D9ADD8}" dt="2024-08-29T02:23:23.017" v="118" actId="2696"/>
        <pc:sldMkLst>
          <pc:docMk/>
          <pc:sldMk cId="1475949347" sldId="298"/>
        </pc:sldMkLst>
      </pc:sldChg>
      <pc:sldChg chg="del">
        <pc:chgData name="Mona Taghavi" userId="cdd0f8e6-fa0c-4861-85ac-fabaa218fd0b" providerId="ADAL" clId="{3A8BAE0B-212C-440C-A5D2-9DA3B3D9ADD8}" dt="2024-08-29T02:23:19.093" v="117" actId="2696"/>
        <pc:sldMkLst>
          <pc:docMk/>
          <pc:sldMk cId="3000353021" sldId="299"/>
        </pc:sldMkLst>
      </pc:sldChg>
      <pc:sldChg chg="modSp">
        <pc:chgData name="Mona Taghavi" userId="cdd0f8e6-fa0c-4861-85ac-fabaa218fd0b" providerId="ADAL" clId="{3A8BAE0B-212C-440C-A5D2-9DA3B3D9ADD8}" dt="2024-08-29T02:35:43.025" v="124" actId="20577"/>
        <pc:sldMkLst>
          <pc:docMk/>
          <pc:sldMk cId="3203468354" sldId="302"/>
        </pc:sldMkLst>
        <pc:spChg chg="mod">
          <ac:chgData name="Mona Taghavi" userId="cdd0f8e6-fa0c-4861-85ac-fabaa218fd0b" providerId="ADAL" clId="{3A8BAE0B-212C-440C-A5D2-9DA3B3D9ADD8}" dt="2024-08-29T02:35:43.025" v="124" actId="20577"/>
          <ac:spMkLst>
            <pc:docMk/>
            <pc:sldMk cId="3203468354" sldId="302"/>
            <ac:spMk id="3" creationId="{00000000-0000-0000-0000-000000000000}"/>
          </ac:spMkLst>
        </pc:spChg>
      </pc:sldChg>
      <pc:sldChg chg="del">
        <pc:chgData name="Mona Taghavi" userId="cdd0f8e6-fa0c-4861-85ac-fabaa218fd0b" providerId="ADAL" clId="{3A8BAE0B-212C-440C-A5D2-9DA3B3D9ADD8}" dt="2024-08-29T02:40:42.961" v="130" actId="2696"/>
        <pc:sldMkLst>
          <pc:docMk/>
          <pc:sldMk cId="3398370976" sldId="306"/>
        </pc:sldMkLst>
      </pc:sldChg>
      <pc:sldChg chg="del">
        <pc:chgData name="Mona Taghavi" userId="cdd0f8e6-fa0c-4861-85ac-fabaa218fd0b" providerId="ADAL" clId="{3A8BAE0B-212C-440C-A5D2-9DA3B3D9ADD8}" dt="2024-08-29T03:15:23.485" v="173" actId="2696"/>
        <pc:sldMkLst>
          <pc:docMk/>
          <pc:sldMk cId="2998962614" sldId="312"/>
        </pc:sldMkLst>
      </pc:sldChg>
      <pc:sldChg chg="modSp del">
        <pc:chgData name="Mona Taghavi" userId="cdd0f8e6-fa0c-4861-85ac-fabaa218fd0b" providerId="ADAL" clId="{3A8BAE0B-212C-440C-A5D2-9DA3B3D9ADD8}" dt="2024-08-29T01:37:14.115" v="77" actId="2696"/>
        <pc:sldMkLst>
          <pc:docMk/>
          <pc:sldMk cId="1390441348" sldId="314"/>
        </pc:sldMkLst>
        <pc:picChg chg="mod">
          <ac:chgData name="Mona Taghavi" userId="cdd0f8e6-fa0c-4861-85ac-fabaa218fd0b" providerId="ADAL" clId="{3A8BAE0B-212C-440C-A5D2-9DA3B3D9ADD8}" dt="2024-08-29T01:00:31.025" v="72" actId="1076"/>
          <ac:picMkLst>
            <pc:docMk/>
            <pc:sldMk cId="1390441348" sldId="314"/>
            <ac:picMk id="6" creationId="{00000000-0000-0000-0000-000000000000}"/>
          </ac:picMkLst>
        </pc:picChg>
      </pc:sldChg>
      <pc:sldChg chg="del ord">
        <pc:chgData name="Mona Taghavi" userId="cdd0f8e6-fa0c-4861-85ac-fabaa218fd0b" providerId="ADAL" clId="{3A8BAE0B-212C-440C-A5D2-9DA3B3D9ADD8}" dt="2024-08-29T02:56:10.686" v="132" actId="2696"/>
        <pc:sldMkLst>
          <pc:docMk/>
          <pc:sldMk cId="2252006908" sldId="315"/>
        </pc:sldMkLst>
      </pc:sldChg>
      <pc:sldChg chg="modSp">
        <pc:chgData name="Mona Taghavi" userId="cdd0f8e6-fa0c-4861-85ac-fabaa218fd0b" providerId="ADAL" clId="{3A8BAE0B-212C-440C-A5D2-9DA3B3D9ADD8}" dt="2024-08-29T02:36:46.023" v="129" actId="20577"/>
        <pc:sldMkLst>
          <pc:docMk/>
          <pc:sldMk cId="601900331" sldId="316"/>
        </pc:sldMkLst>
        <pc:spChg chg="mod">
          <ac:chgData name="Mona Taghavi" userId="cdd0f8e6-fa0c-4861-85ac-fabaa218fd0b" providerId="ADAL" clId="{3A8BAE0B-212C-440C-A5D2-9DA3B3D9ADD8}" dt="2024-08-29T02:36:46.023" v="129" actId="20577"/>
          <ac:spMkLst>
            <pc:docMk/>
            <pc:sldMk cId="601900331" sldId="316"/>
            <ac:spMk id="3" creationId="{00000000-0000-0000-0000-000000000000}"/>
          </ac:spMkLst>
        </pc:spChg>
      </pc:sldChg>
      <pc:sldChg chg="del">
        <pc:chgData name="Mona Taghavi" userId="cdd0f8e6-fa0c-4861-85ac-fabaa218fd0b" providerId="ADAL" clId="{3A8BAE0B-212C-440C-A5D2-9DA3B3D9ADD8}" dt="2024-08-29T02:23:12.834" v="116" actId="2696"/>
        <pc:sldMkLst>
          <pc:docMk/>
          <pc:sldMk cId="1726143130" sldId="317"/>
        </pc:sldMkLst>
      </pc:sldChg>
      <pc:sldChg chg="modSp add">
        <pc:chgData name="Mona Taghavi" userId="cdd0f8e6-fa0c-4861-85ac-fabaa218fd0b" providerId="ADAL" clId="{3A8BAE0B-212C-440C-A5D2-9DA3B3D9ADD8}" dt="2024-08-29T02:00:32.628" v="83" actId="20577"/>
        <pc:sldMkLst>
          <pc:docMk/>
          <pc:sldMk cId="2817789529" sldId="318"/>
        </pc:sldMkLst>
        <pc:spChg chg="mod">
          <ac:chgData name="Mona Taghavi" userId="cdd0f8e6-fa0c-4861-85ac-fabaa218fd0b" providerId="ADAL" clId="{3A8BAE0B-212C-440C-A5D2-9DA3B3D9ADD8}" dt="2024-08-29T02:00:32.628" v="83" actId="20577"/>
          <ac:spMkLst>
            <pc:docMk/>
            <pc:sldMk cId="2817789529" sldId="318"/>
            <ac:spMk id="3" creationId="{00000000-0000-0000-0000-000000000000}"/>
          </ac:spMkLst>
        </pc:spChg>
      </pc:sldChg>
      <pc:sldChg chg="modSp">
        <pc:chgData name="Mona Taghavi" userId="cdd0f8e6-fa0c-4861-85ac-fabaa218fd0b" providerId="ADAL" clId="{3A8BAE0B-212C-440C-A5D2-9DA3B3D9ADD8}" dt="2024-08-29T02:03:32.667" v="96" actId="1036"/>
        <pc:sldMkLst>
          <pc:docMk/>
          <pc:sldMk cId="3552772466" sldId="319"/>
        </pc:sldMkLst>
        <pc:spChg chg="mod">
          <ac:chgData name="Mona Taghavi" userId="cdd0f8e6-fa0c-4861-85ac-fabaa218fd0b" providerId="ADAL" clId="{3A8BAE0B-212C-440C-A5D2-9DA3B3D9ADD8}" dt="2024-08-29T02:03:23.978" v="94" actId="20577"/>
          <ac:spMkLst>
            <pc:docMk/>
            <pc:sldMk cId="3552772466" sldId="319"/>
            <ac:spMk id="3" creationId="{361BB172-A3C5-4CBF-805C-08A7D0FA0A66}"/>
          </ac:spMkLst>
        </pc:spChg>
        <pc:spChg chg="mod">
          <ac:chgData name="Mona Taghavi" userId="cdd0f8e6-fa0c-4861-85ac-fabaa218fd0b" providerId="ADAL" clId="{3A8BAE0B-212C-440C-A5D2-9DA3B3D9ADD8}" dt="2024-08-29T02:02:51.642" v="88" actId="14100"/>
          <ac:spMkLst>
            <pc:docMk/>
            <pc:sldMk cId="3552772466" sldId="319"/>
            <ac:spMk id="5" creationId="{9BCA36AF-B16E-4F32-83A5-21CDB0CD75BA}"/>
          </ac:spMkLst>
        </pc:spChg>
        <pc:picChg chg="mod">
          <ac:chgData name="Mona Taghavi" userId="cdd0f8e6-fa0c-4861-85ac-fabaa218fd0b" providerId="ADAL" clId="{3A8BAE0B-212C-440C-A5D2-9DA3B3D9ADD8}" dt="2024-08-29T02:03:32.667" v="96" actId="1036"/>
          <ac:picMkLst>
            <pc:docMk/>
            <pc:sldMk cId="3552772466" sldId="319"/>
            <ac:picMk id="4" creationId="{0B98F5FA-4079-40A5-96BC-5D2DC35B3D2B}"/>
          </ac:picMkLst>
        </pc:picChg>
      </pc:sldChg>
      <pc:sldChg chg="modSp">
        <pc:chgData name="Mona Taghavi" userId="cdd0f8e6-fa0c-4861-85ac-fabaa218fd0b" providerId="ADAL" clId="{3A8BAE0B-212C-440C-A5D2-9DA3B3D9ADD8}" dt="2024-08-29T02:05:02.775" v="101" actId="1076"/>
        <pc:sldMkLst>
          <pc:docMk/>
          <pc:sldMk cId="2165491765" sldId="320"/>
        </pc:sldMkLst>
        <pc:spChg chg="mod">
          <ac:chgData name="Mona Taghavi" userId="cdd0f8e6-fa0c-4861-85ac-fabaa218fd0b" providerId="ADAL" clId="{3A8BAE0B-212C-440C-A5D2-9DA3B3D9ADD8}" dt="2024-08-29T02:04:59.646" v="100" actId="14100"/>
          <ac:spMkLst>
            <pc:docMk/>
            <pc:sldMk cId="2165491765" sldId="320"/>
            <ac:spMk id="2" creationId="{8EEB8071-E638-483D-AA97-52E17B0CD00A}"/>
          </ac:spMkLst>
        </pc:spChg>
        <pc:picChg chg="mod">
          <ac:chgData name="Mona Taghavi" userId="cdd0f8e6-fa0c-4861-85ac-fabaa218fd0b" providerId="ADAL" clId="{3A8BAE0B-212C-440C-A5D2-9DA3B3D9ADD8}" dt="2024-08-29T02:05:02.775" v="101" actId="1076"/>
          <ac:picMkLst>
            <pc:docMk/>
            <pc:sldMk cId="2165491765" sldId="320"/>
            <ac:picMk id="4" creationId="{605AB2C7-658C-4988-AF43-C01F734D7A0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4F6694-255B-42EC-86B2-57B3D2334BA2}" type="doc">
      <dgm:prSet loTypeId="urn:microsoft.com/office/officeart/2005/8/layout/h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3AAEC69-A4FC-4654-A2E2-2D2E9B0C081B}">
      <dgm:prSet phldrT="[Text]" custT="1"/>
      <dgm:spPr/>
      <dgm:t>
        <a:bodyPr/>
        <a:lstStyle/>
        <a:p>
          <a:r>
            <a:rPr lang="en-US" sz="2800" dirty="0"/>
            <a:t>Hardware</a:t>
          </a:r>
        </a:p>
      </dgm:t>
    </dgm:pt>
    <dgm:pt modelId="{6BD7264E-AF24-437F-82D2-8824C9131F01}" type="parTrans" cxnId="{3E787A67-135E-4142-9CC8-48D7A7F4E0B3}">
      <dgm:prSet/>
      <dgm:spPr/>
      <dgm:t>
        <a:bodyPr/>
        <a:lstStyle/>
        <a:p>
          <a:endParaRPr lang="en-US"/>
        </a:p>
      </dgm:t>
    </dgm:pt>
    <dgm:pt modelId="{4705D877-5C19-440D-9D3C-8FDB83278674}" type="sibTrans" cxnId="{3E787A67-135E-4142-9CC8-48D7A7F4E0B3}">
      <dgm:prSet/>
      <dgm:spPr/>
      <dgm:t>
        <a:bodyPr/>
        <a:lstStyle/>
        <a:p>
          <a:endParaRPr lang="en-US"/>
        </a:p>
      </dgm:t>
    </dgm:pt>
    <dgm:pt modelId="{A47548E2-4F08-4996-A59B-3EFF1DB46DF7}">
      <dgm:prSet phldrT="[Text]" custT="1"/>
      <dgm:spPr/>
      <dgm:t>
        <a:bodyPr/>
        <a:lstStyle/>
        <a:p>
          <a:r>
            <a:rPr lang="en-US" sz="1400" dirty="0"/>
            <a:t>Computer</a:t>
          </a:r>
        </a:p>
      </dgm:t>
    </dgm:pt>
    <dgm:pt modelId="{CE22B521-5DE0-4C53-A730-85ACD662DEC4}" type="parTrans" cxnId="{71889946-AB0E-4FE2-9DC2-4A985572C833}">
      <dgm:prSet/>
      <dgm:spPr/>
      <dgm:t>
        <a:bodyPr/>
        <a:lstStyle/>
        <a:p>
          <a:endParaRPr lang="en-US"/>
        </a:p>
      </dgm:t>
    </dgm:pt>
    <dgm:pt modelId="{A9A5B0BC-3D2E-40AE-87BF-0849736391FD}" type="sibTrans" cxnId="{71889946-AB0E-4FE2-9DC2-4A985572C833}">
      <dgm:prSet/>
      <dgm:spPr/>
      <dgm:t>
        <a:bodyPr/>
        <a:lstStyle/>
        <a:p>
          <a:endParaRPr lang="en-US"/>
        </a:p>
      </dgm:t>
    </dgm:pt>
    <dgm:pt modelId="{7E59DD1A-3F1D-44A3-AC5B-538465C3D03A}">
      <dgm:prSet phldrT="[Text]" custT="1"/>
      <dgm:spPr/>
      <dgm:t>
        <a:bodyPr/>
        <a:lstStyle/>
        <a:p>
          <a:r>
            <a:rPr lang="en-US" sz="2800" dirty="0"/>
            <a:t>Software</a:t>
          </a:r>
        </a:p>
      </dgm:t>
    </dgm:pt>
    <dgm:pt modelId="{F75F46D5-358C-425D-B712-18BD5641DD4D}" type="parTrans" cxnId="{952EED2B-26D1-4956-9A40-9261E6C70818}">
      <dgm:prSet/>
      <dgm:spPr/>
      <dgm:t>
        <a:bodyPr/>
        <a:lstStyle/>
        <a:p>
          <a:endParaRPr lang="en-US"/>
        </a:p>
      </dgm:t>
    </dgm:pt>
    <dgm:pt modelId="{B64FDE12-2137-44A4-B1F3-BA30C65D74AA}" type="sibTrans" cxnId="{952EED2B-26D1-4956-9A40-9261E6C70818}">
      <dgm:prSet/>
      <dgm:spPr/>
      <dgm:t>
        <a:bodyPr/>
        <a:lstStyle/>
        <a:p>
          <a:endParaRPr lang="en-US"/>
        </a:p>
      </dgm:t>
    </dgm:pt>
    <dgm:pt modelId="{253C2EB4-CBAB-4F0C-BB6E-E59BE365C3CA}">
      <dgm:prSet phldrT="[Text]" custT="1"/>
      <dgm:spPr/>
      <dgm:t>
        <a:bodyPr/>
        <a:lstStyle/>
        <a:p>
          <a:r>
            <a:rPr lang="en-US" sz="1400" dirty="0"/>
            <a:t>Operating System</a:t>
          </a:r>
        </a:p>
      </dgm:t>
    </dgm:pt>
    <dgm:pt modelId="{1197919E-9475-433D-8177-C32C583235E3}" type="parTrans" cxnId="{047B54AB-5884-4503-9D8B-8F395B791210}">
      <dgm:prSet/>
      <dgm:spPr/>
      <dgm:t>
        <a:bodyPr/>
        <a:lstStyle/>
        <a:p>
          <a:endParaRPr lang="en-US"/>
        </a:p>
      </dgm:t>
    </dgm:pt>
    <dgm:pt modelId="{D9E09A09-BF56-4ABF-969D-2E2D3A936595}" type="sibTrans" cxnId="{047B54AB-5884-4503-9D8B-8F395B791210}">
      <dgm:prSet/>
      <dgm:spPr/>
      <dgm:t>
        <a:bodyPr/>
        <a:lstStyle/>
        <a:p>
          <a:endParaRPr lang="en-US"/>
        </a:p>
      </dgm:t>
    </dgm:pt>
    <dgm:pt modelId="{E93A4EBC-E965-4E9B-AC2E-DA12943D9270}">
      <dgm:prSet phldrT="[Text]" custT="1"/>
      <dgm:spPr/>
      <dgm:t>
        <a:bodyPr/>
        <a:lstStyle/>
        <a:p>
          <a:r>
            <a:rPr lang="en-US" sz="2800" dirty="0"/>
            <a:t>Data</a:t>
          </a:r>
        </a:p>
      </dgm:t>
    </dgm:pt>
    <dgm:pt modelId="{8113BC9C-42A2-4EB1-9D7E-4C1D625BE630}" type="parTrans" cxnId="{F7EF4B91-119D-4A69-9EC5-B42DE07D990A}">
      <dgm:prSet/>
      <dgm:spPr/>
      <dgm:t>
        <a:bodyPr/>
        <a:lstStyle/>
        <a:p>
          <a:endParaRPr lang="en-US"/>
        </a:p>
      </dgm:t>
    </dgm:pt>
    <dgm:pt modelId="{A1235D46-CBDC-49C9-99F3-5F5B4C480268}" type="sibTrans" cxnId="{F7EF4B91-119D-4A69-9EC5-B42DE07D990A}">
      <dgm:prSet/>
      <dgm:spPr/>
      <dgm:t>
        <a:bodyPr/>
        <a:lstStyle/>
        <a:p>
          <a:endParaRPr lang="en-US"/>
        </a:p>
      </dgm:t>
    </dgm:pt>
    <dgm:pt modelId="{C195C013-3ECF-46E0-AF0F-6EB2BEEE2418}">
      <dgm:prSet phldrT="[Text]" custT="1"/>
      <dgm:spPr/>
      <dgm:t>
        <a:bodyPr/>
        <a:lstStyle/>
        <a:p>
          <a:r>
            <a:rPr lang="en-US" sz="1400" dirty="0"/>
            <a:t>Documents</a:t>
          </a:r>
        </a:p>
      </dgm:t>
    </dgm:pt>
    <dgm:pt modelId="{186D8798-78E5-48F7-AD94-CFEC7BF10D88}" type="parTrans" cxnId="{ECCD3CE3-88AC-4E43-9B6B-1C98DA713CB8}">
      <dgm:prSet/>
      <dgm:spPr/>
      <dgm:t>
        <a:bodyPr/>
        <a:lstStyle/>
        <a:p>
          <a:endParaRPr lang="en-US"/>
        </a:p>
      </dgm:t>
    </dgm:pt>
    <dgm:pt modelId="{6A5E6E96-6393-4FBF-A24B-9B67D034FA4D}" type="sibTrans" cxnId="{ECCD3CE3-88AC-4E43-9B6B-1C98DA713CB8}">
      <dgm:prSet/>
      <dgm:spPr/>
      <dgm:t>
        <a:bodyPr/>
        <a:lstStyle/>
        <a:p>
          <a:endParaRPr lang="en-US"/>
        </a:p>
      </dgm:t>
    </dgm:pt>
    <dgm:pt modelId="{A2378906-A5DE-4BA9-A1F7-4C2333C26394}">
      <dgm:prSet custT="1"/>
      <dgm:spPr/>
      <dgm:t>
        <a:bodyPr/>
        <a:lstStyle/>
        <a:p>
          <a:r>
            <a:rPr lang="en-US" sz="1400" dirty="0"/>
            <a:t>Devices (disk drives, memory, printer</a:t>
          </a:r>
        </a:p>
      </dgm:t>
    </dgm:pt>
    <dgm:pt modelId="{DEFC1492-497A-4C1C-BA4C-8CBB8B0E23EB}" type="parTrans" cxnId="{C53B19CF-CB1B-4AD2-B73D-226B0698A683}">
      <dgm:prSet/>
      <dgm:spPr/>
      <dgm:t>
        <a:bodyPr/>
        <a:lstStyle/>
        <a:p>
          <a:endParaRPr lang="en-US"/>
        </a:p>
      </dgm:t>
    </dgm:pt>
    <dgm:pt modelId="{0267B0E8-1BCA-4D07-A36E-B8CF4FCF11C5}" type="sibTrans" cxnId="{C53B19CF-CB1B-4AD2-B73D-226B0698A683}">
      <dgm:prSet/>
      <dgm:spPr/>
      <dgm:t>
        <a:bodyPr/>
        <a:lstStyle/>
        <a:p>
          <a:endParaRPr lang="en-US"/>
        </a:p>
      </dgm:t>
    </dgm:pt>
    <dgm:pt modelId="{869E4178-7FCF-4A76-B8B1-523E4D242494}">
      <dgm:prSet custT="1"/>
      <dgm:spPr/>
      <dgm:t>
        <a:bodyPr/>
        <a:lstStyle/>
        <a:p>
          <a:r>
            <a:rPr lang="en-US" sz="1400" dirty="0"/>
            <a:t>Network Gear</a:t>
          </a:r>
          <a:endParaRPr lang="en-CA" sz="1400" dirty="0"/>
        </a:p>
      </dgm:t>
    </dgm:pt>
    <dgm:pt modelId="{2484D184-1A34-4333-A4DD-9AB6CAA12BBB}" type="parTrans" cxnId="{9B4F9BFD-EF86-4193-83E2-E8FFF2F77959}">
      <dgm:prSet/>
      <dgm:spPr/>
      <dgm:t>
        <a:bodyPr/>
        <a:lstStyle/>
        <a:p>
          <a:endParaRPr lang="en-US"/>
        </a:p>
      </dgm:t>
    </dgm:pt>
    <dgm:pt modelId="{BCA1477F-0981-4848-A951-F42E8E474BE3}" type="sibTrans" cxnId="{9B4F9BFD-EF86-4193-83E2-E8FFF2F77959}">
      <dgm:prSet/>
      <dgm:spPr/>
      <dgm:t>
        <a:bodyPr/>
        <a:lstStyle/>
        <a:p>
          <a:endParaRPr lang="en-US"/>
        </a:p>
      </dgm:t>
    </dgm:pt>
    <dgm:pt modelId="{8187D908-C28C-414B-86B5-3875D9CE2805}">
      <dgm:prSet custT="1"/>
      <dgm:spPr/>
      <dgm:t>
        <a:bodyPr/>
        <a:lstStyle/>
        <a:p>
          <a:r>
            <a:rPr lang="en-US" sz="1400" dirty="0"/>
            <a:t>Utilities (antivirus)</a:t>
          </a:r>
        </a:p>
      </dgm:t>
    </dgm:pt>
    <dgm:pt modelId="{180A3600-DCD3-480B-86BE-22BA38789594}" type="parTrans" cxnId="{C21AB22D-718E-4F23-8855-B042E17CF599}">
      <dgm:prSet/>
      <dgm:spPr/>
      <dgm:t>
        <a:bodyPr/>
        <a:lstStyle/>
        <a:p>
          <a:endParaRPr lang="en-US"/>
        </a:p>
      </dgm:t>
    </dgm:pt>
    <dgm:pt modelId="{686C2E3B-F35A-4D13-BA75-7DE2C963DCC6}" type="sibTrans" cxnId="{C21AB22D-718E-4F23-8855-B042E17CF599}">
      <dgm:prSet/>
      <dgm:spPr/>
      <dgm:t>
        <a:bodyPr/>
        <a:lstStyle/>
        <a:p>
          <a:endParaRPr lang="en-US"/>
        </a:p>
      </dgm:t>
    </dgm:pt>
    <dgm:pt modelId="{1C7797F9-54CC-4A2E-930E-F24935072209}">
      <dgm:prSet custT="1"/>
      <dgm:spPr/>
      <dgm:t>
        <a:bodyPr/>
        <a:lstStyle/>
        <a:p>
          <a:r>
            <a:rPr lang="en-US" sz="1400" dirty="0"/>
            <a:t>Commercial applications (word processing, photo editing)</a:t>
          </a:r>
        </a:p>
      </dgm:t>
    </dgm:pt>
    <dgm:pt modelId="{B9C2509E-21CC-4A6A-8AA2-218C9D0C506E}" type="parTrans" cxnId="{32A11EEA-2614-4F65-B806-18A3B00D7A1D}">
      <dgm:prSet/>
      <dgm:spPr/>
      <dgm:t>
        <a:bodyPr/>
        <a:lstStyle/>
        <a:p>
          <a:endParaRPr lang="en-US"/>
        </a:p>
      </dgm:t>
    </dgm:pt>
    <dgm:pt modelId="{BE3604C8-45A6-49BE-81D1-5A34335C10C1}" type="sibTrans" cxnId="{32A11EEA-2614-4F65-B806-18A3B00D7A1D}">
      <dgm:prSet/>
      <dgm:spPr/>
      <dgm:t>
        <a:bodyPr/>
        <a:lstStyle/>
        <a:p>
          <a:endParaRPr lang="en-US"/>
        </a:p>
      </dgm:t>
    </dgm:pt>
    <dgm:pt modelId="{D5BA625C-EDEE-4E1B-B47E-AF7D9E706D63}">
      <dgm:prSet custT="1"/>
      <dgm:spPr/>
      <dgm:t>
        <a:bodyPr/>
        <a:lstStyle/>
        <a:p>
          <a:r>
            <a:rPr lang="en-US" sz="1400" dirty="0"/>
            <a:t>Individual applications</a:t>
          </a:r>
          <a:endParaRPr lang="en-CA" sz="1400" dirty="0"/>
        </a:p>
      </dgm:t>
    </dgm:pt>
    <dgm:pt modelId="{29099594-3FD3-4AAB-8352-4A124E0048C4}" type="parTrans" cxnId="{46ECC0AB-35D9-4A10-A43E-8B24278B5A7B}">
      <dgm:prSet/>
      <dgm:spPr/>
      <dgm:t>
        <a:bodyPr/>
        <a:lstStyle/>
        <a:p>
          <a:endParaRPr lang="en-US"/>
        </a:p>
      </dgm:t>
    </dgm:pt>
    <dgm:pt modelId="{B939D2A0-FC8D-49F2-B217-8642F72440D1}" type="sibTrans" cxnId="{46ECC0AB-35D9-4A10-A43E-8B24278B5A7B}">
      <dgm:prSet/>
      <dgm:spPr/>
      <dgm:t>
        <a:bodyPr/>
        <a:lstStyle/>
        <a:p>
          <a:endParaRPr lang="en-US"/>
        </a:p>
      </dgm:t>
    </dgm:pt>
    <dgm:pt modelId="{4176D103-81B0-44E2-BAD1-9FB984B5A484}">
      <dgm:prSet custT="1"/>
      <dgm:spPr/>
      <dgm:t>
        <a:bodyPr/>
        <a:lstStyle/>
        <a:p>
          <a:r>
            <a:rPr lang="en-US" sz="1400" dirty="0"/>
            <a:t>Photos</a:t>
          </a:r>
        </a:p>
      </dgm:t>
    </dgm:pt>
    <dgm:pt modelId="{994C5A9D-2717-4A30-A404-49CBB47D0D0E}" type="parTrans" cxnId="{DB4FD170-DE96-40E2-BF77-7035E0F6D730}">
      <dgm:prSet/>
      <dgm:spPr/>
      <dgm:t>
        <a:bodyPr/>
        <a:lstStyle/>
        <a:p>
          <a:endParaRPr lang="en-US"/>
        </a:p>
      </dgm:t>
    </dgm:pt>
    <dgm:pt modelId="{9EE456B4-AC1E-467C-AD3A-43374E34C174}" type="sibTrans" cxnId="{DB4FD170-DE96-40E2-BF77-7035E0F6D730}">
      <dgm:prSet/>
      <dgm:spPr/>
      <dgm:t>
        <a:bodyPr/>
        <a:lstStyle/>
        <a:p>
          <a:endParaRPr lang="en-US"/>
        </a:p>
      </dgm:t>
    </dgm:pt>
    <dgm:pt modelId="{F5B7B3C7-445F-4881-BDFC-6D85998BC28A}">
      <dgm:prSet custT="1"/>
      <dgm:spPr/>
      <dgm:t>
        <a:bodyPr/>
        <a:lstStyle/>
        <a:p>
          <a:r>
            <a:rPr lang="en-US" sz="1400" dirty="0"/>
            <a:t>Music, Videos</a:t>
          </a:r>
        </a:p>
      </dgm:t>
    </dgm:pt>
    <dgm:pt modelId="{E73F3F1A-AECA-435A-9932-761A0D8B4E2E}" type="parTrans" cxnId="{48A64AB8-9CA6-4B14-8043-0A996B93DFF3}">
      <dgm:prSet/>
      <dgm:spPr/>
      <dgm:t>
        <a:bodyPr/>
        <a:lstStyle/>
        <a:p>
          <a:endParaRPr lang="en-US"/>
        </a:p>
      </dgm:t>
    </dgm:pt>
    <dgm:pt modelId="{7CD904E9-2A51-4C44-9E69-925E1A1B24D5}" type="sibTrans" cxnId="{48A64AB8-9CA6-4B14-8043-0A996B93DFF3}">
      <dgm:prSet/>
      <dgm:spPr/>
      <dgm:t>
        <a:bodyPr/>
        <a:lstStyle/>
        <a:p>
          <a:endParaRPr lang="en-US"/>
        </a:p>
      </dgm:t>
    </dgm:pt>
    <dgm:pt modelId="{45B42515-05B6-43BD-A893-96CF2BF76826}">
      <dgm:prSet custT="1"/>
      <dgm:spPr/>
      <dgm:t>
        <a:bodyPr/>
        <a:lstStyle/>
        <a:p>
          <a:r>
            <a:rPr lang="en-US" sz="1400" dirty="0"/>
            <a:t>Email</a:t>
          </a:r>
        </a:p>
      </dgm:t>
    </dgm:pt>
    <dgm:pt modelId="{F5455FE2-1FA0-4A1C-A177-BFFD0DFC7991}" type="parTrans" cxnId="{A0C6E335-B00F-42A2-AB7D-FDC6DE27D3EA}">
      <dgm:prSet/>
      <dgm:spPr/>
      <dgm:t>
        <a:bodyPr/>
        <a:lstStyle/>
        <a:p>
          <a:endParaRPr lang="en-US"/>
        </a:p>
      </dgm:t>
    </dgm:pt>
    <dgm:pt modelId="{CA8244A9-DF3D-4554-BAE0-10E3AE91941D}" type="sibTrans" cxnId="{A0C6E335-B00F-42A2-AB7D-FDC6DE27D3EA}">
      <dgm:prSet/>
      <dgm:spPr/>
      <dgm:t>
        <a:bodyPr/>
        <a:lstStyle/>
        <a:p>
          <a:endParaRPr lang="en-US"/>
        </a:p>
      </dgm:t>
    </dgm:pt>
    <dgm:pt modelId="{47B2443B-269A-44DB-82AD-67EFC2E5597D}">
      <dgm:prSet custT="1"/>
      <dgm:spPr/>
      <dgm:t>
        <a:bodyPr/>
        <a:lstStyle/>
        <a:p>
          <a:r>
            <a:rPr lang="en-US" sz="1400" dirty="0"/>
            <a:t>Class Projects</a:t>
          </a:r>
          <a:endParaRPr lang="en-CA" sz="1400" dirty="0"/>
        </a:p>
      </dgm:t>
    </dgm:pt>
    <dgm:pt modelId="{B9D30211-4B8B-4CA9-AC6D-6D2913798022}" type="parTrans" cxnId="{2099A767-2B6C-4DEB-99AA-93E6148E1672}">
      <dgm:prSet/>
      <dgm:spPr/>
      <dgm:t>
        <a:bodyPr/>
        <a:lstStyle/>
        <a:p>
          <a:endParaRPr lang="en-US"/>
        </a:p>
      </dgm:t>
    </dgm:pt>
    <dgm:pt modelId="{5AA6E2C5-B06D-4359-A071-93965C64F675}" type="sibTrans" cxnId="{2099A767-2B6C-4DEB-99AA-93E6148E1672}">
      <dgm:prSet/>
      <dgm:spPr/>
      <dgm:t>
        <a:bodyPr/>
        <a:lstStyle/>
        <a:p>
          <a:endParaRPr lang="en-US"/>
        </a:p>
      </dgm:t>
    </dgm:pt>
    <dgm:pt modelId="{B6F06422-1F85-4226-B993-A4DA0EDDC04B}" type="pres">
      <dgm:prSet presAssocID="{0E4F6694-255B-42EC-86B2-57B3D2334BA2}" presName="Name0" presStyleCnt="0">
        <dgm:presLayoutVars>
          <dgm:dir/>
          <dgm:animLvl val="lvl"/>
          <dgm:resizeHandles val="exact"/>
        </dgm:presLayoutVars>
      </dgm:prSet>
      <dgm:spPr/>
    </dgm:pt>
    <dgm:pt modelId="{DE54A4C5-B164-4124-89C2-9D339F7567D9}" type="pres">
      <dgm:prSet presAssocID="{13AAEC69-A4FC-4654-A2E2-2D2E9B0C081B}" presName="composite" presStyleCnt="0"/>
      <dgm:spPr/>
    </dgm:pt>
    <dgm:pt modelId="{3C41441C-358A-4FA5-87FF-DDE2B5C8F0D7}" type="pres">
      <dgm:prSet presAssocID="{13AAEC69-A4FC-4654-A2E2-2D2E9B0C081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A93C77D9-BEB2-427E-BB21-599D7C30A2EB}" type="pres">
      <dgm:prSet presAssocID="{13AAEC69-A4FC-4654-A2E2-2D2E9B0C081B}" presName="desTx" presStyleLbl="alignAccFollowNode1" presStyleIdx="0" presStyleCnt="3" custScaleY="100000">
        <dgm:presLayoutVars>
          <dgm:bulletEnabled val="1"/>
        </dgm:presLayoutVars>
      </dgm:prSet>
      <dgm:spPr/>
    </dgm:pt>
    <dgm:pt modelId="{145C233D-5774-4A88-ADA8-32D566A822A1}" type="pres">
      <dgm:prSet presAssocID="{4705D877-5C19-440D-9D3C-8FDB83278674}" presName="space" presStyleCnt="0"/>
      <dgm:spPr/>
    </dgm:pt>
    <dgm:pt modelId="{4D514914-3073-4528-BBD7-EFCE8E2E757B}" type="pres">
      <dgm:prSet presAssocID="{7E59DD1A-3F1D-44A3-AC5B-538465C3D03A}" presName="composite" presStyleCnt="0"/>
      <dgm:spPr/>
    </dgm:pt>
    <dgm:pt modelId="{86E71341-E99B-4FAE-B2E4-18C0A5768AC9}" type="pres">
      <dgm:prSet presAssocID="{7E59DD1A-3F1D-44A3-AC5B-538465C3D03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2C95E6A-501E-465C-A459-5CA94898A36A}" type="pres">
      <dgm:prSet presAssocID="{7E59DD1A-3F1D-44A3-AC5B-538465C3D03A}" presName="desTx" presStyleLbl="alignAccFollowNode1" presStyleIdx="1" presStyleCnt="3" custScaleY="100000">
        <dgm:presLayoutVars>
          <dgm:bulletEnabled val="1"/>
        </dgm:presLayoutVars>
      </dgm:prSet>
      <dgm:spPr/>
    </dgm:pt>
    <dgm:pt modelId="{74C84483-78DB-4AC9-B1FC-AE7BEF95B972}" type="pres">
      <dgm:prSet presAssocID="{B64FDE12-2137-44A4-B1F3-BA30C65D74AA}" presName="space" presStyleCnt="0"/>
      <dgm:spPr/>
    </dgm:pt>
    <dgm:pt modelId="{83866B93-9C62-49C8-AD6E-32B48B09891B}" type="pres">
      <dgm:prSet presAssocID="{E93A4EBC-E965-4E9B-AC2E-DA12943D9270}" presName="composite" presStyleCnt="0"/>
      <dgm:spPr/>
    </dgm:pt>
    <dgm:pt modelId="{EC0FFD81-98F0-4C95-A75E-2C354E46DCE6}" type="pres">
      <dgm:prSet presAssocID="{E93A4EBC-E965-4E9B-AC2E-DA12943D927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F56B7F48-32F2-4445-B7EA-1770CEC3FE28}" type="pres">
      <dgm:prSet presAssocID="{E93A4EBC-E965-4E9B-AC2E-DA12943D927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CD9890A-3BA6-486A-BC30-E9EF5178BD44}" type="presOf" srcId="{253C2EB4-CBAB-4F0C-BB6E-E59BE365C3CA}" destId="{52C95E6A-501E-465C-A459-5CA94898A36A}" srcOrd="0" destOrd="0" presId="urn:microsoft.com/office/officeart/2005/8/layout/hList1"/>
    <dgm:cxn modelId="{35D23814-CD6C-49E3-B314-D6AB1EA7B986}" type="presOf" srcId="{D5BA625C-EDEE-4E1B-B47E-AF7D9E706D63}" destId="{52C95E6A-501E-465C-A459-5CA94898A36A}" srcOrd="0" destOrd="3" presId="urn:microsoft.com/office/officeart/2005/8/layout/hList1"/>
    <dgm:cxn modelId="{067E6727-1BD9-4909-BB95-26598272E1E8}" type="presOf" srcId="{45B42515-05B6-43BD-A893-96CF2BF76826}" destId="{F56B7F48-32F2-4445-B7EA-1770CEC3FE28}" srcOrd="0" destOrd="3" presId="urn:microsoft.com/office/officeart/2005/8/layout/hList1"/>
    <dgm:cxn modelId="{952EED2B-26D1-4956-9A40-9261E6C70818}" srcId="{0E4F6694-255B-42EC-86B2-57B3D2334BA2}" destId="{7E59DD1A-3F1D-44A3-AC5B-538465C3D03A}" srcOrd="1" destOrd="0" parTransId="{F75F46D5-358C-425D-B712-18BD5641DD4D}" sibTransId="{B64FDE12-2137-44A4-B1F3-BA30C65D74AA}"/>
    <dgm:cxn modelId="{C21AB22D-718E-4F23-8855-B042E17CF599}" srcId="{7E59DD1A-3F1D-44A3-AC5B-538465C3D03A}" destId="{8187D908-C28C-414B-86B5-3875D9CE2805}" srcOrd="1" destOrd="0" parTransId="{180A3600-DCD3-480B-86BE-22BA38789594}" sibTransId="{686C2E3B-F35A-4D13-BA75-7DE2C963DCC6}"/>
    <dgm:cxn modelId="{EB89EE2D-4F1C-43C2-99A5-E15D62A5A775}" type="presOf" srcId="{1C7797F9-54CC-4A2E-930E-F24935072209}" destId="{52C95E6A-501E-465C-A459-5CA94898A36A}" srcOrd="0" destOrd="2" presId="urn:microsoft.com/office/officeart/2005/8/layout/hList1"/>
    <dgm:cxn modelId="{A0C6E335-B00F-42A2-AB7D-FDC6DE27D3EA}" srcId="{E93A4EBC-E965-4E9B-AC2E-DA12943D9270}" destId="{45B42515-05B6-43BD-A893-96CF2BF76826}" srcOrd="3" destOrd="0" parTransId="{F5455FE2-1FA0-4A1C-A177-BFFD0DFC7991}" sibTransId="{CA8244A9-DF3D-4554-BAE0-10E3AE91941D}"/>
    <dgm:cxn modelId="{6F67B93C-14A7-44EF-AD69-D0A2F2A99AE0}" type="presOf" srcId="{47B2443B-269A-44DB-82AD-67EFC2E5597D}" destId="{F56B7F48-32F2-4445-B7EA-1770CEC3FE28}" srcOrd="0" destOrd="4" presId="urn:microsoft.com/office/officeart/2005/8/layout/hList1"/>
    <dgm:cxn modelId="{F2A6A35E-BDCF-46D8-A505-1AD41A169A2D}" type="presOf" srcId="{869E4178-7FCF-4A76-B8B1-523E4D242494}" destId="{A93C77D9-BEB2-427E-BB21-599D7C30A2EB}" srcOrd="0" destOrd="2" presId="urn:microsoft.com/office/officeart/2005/8/layout/hList1"/>
    <dgm:cxn modelId="{71889946-AB0E-4FE2-9DC2-4A985572C833}" srcId="{13AAEC69-A4FC-4654-A2E2-2D2E9B0C081B}" destId="{A47548E2-4F08-4996-A59B-3EFF1DB46DF7}" srcOrd="0" destOrd="0" parTransId="{CE22B521-5DE0-4C53-A730-85ACD662DEC4}" sibTransId="{A9A5B0BC-3D2E-40AE-87BF-0849736391FD}"/>
    <dgm:cxn modelId="{3E787A67-135E-4142-9CC8-48D7A7F4E0B3}" srcId="{0E4F6694-255B-42EC-86B2-57B3D2334BA2}" destId="{13AAEC69-A4FC-4654-A2E2-2D2E9B0C081B}" srcOrd="0" destOrd="0" parTransId="{6BD7264E-AF24-437F-82D2-8824C9131F01}" sibTransId="{4705D877-5C19-440D-9D3C-8FDB83278674}"/>
    <dgm:cxn modelId="{2099A767-2B6C-4DEB-99AA-93E6148E1672}" srcId="{E93A4EBC-E965-4E9B-AC2E-DA12943D9270}" destId="{47B2443B-269A-44DB-82AD-67EFC2E5597D}" srcOrd="4" destOrd="0" parTransId="{B9D30211-4B8B-4CA9-AC6D-6D2913798022}" sibTransId="{5AA6E2C5-B06D-4359-A071-93965C64F675}"/>
    <dgm:cxn modelId="{EA98376B-8ED7-4E31-8CA3-2169688508AE}" type="presOf" srcId="{13AAEC69-A4FC-4654-A2E2-2D2E9B0C081B}" destId="{3C41441C-358A-4FA5-87FF-DDE2B5C8F0D7}" srcOrd="0" destOrd="0" presId="urn:microsoft.com/office/officeart/2005/8/layout/hList1"/>
    <dgm:cxn modelId="{DB4FD170-DE96-40E2-BF77-7035E0F6D730}" srcId="{E93A4EBC-E965-4E9B-AC2E-DA12943D9270}" destId="{4176D103-81B0-44E2-BAD1-9FB984B5A484}" srcOrd="1" destOrd="0" parTransId="{994C5A9D-2717-4A30-A404-49CBB47D0D0E}" sibTransId="{9EE456B4-AC1E-467C-AD3A-43374E34C174}"/>
    <dgm:cxn modelId="{F7EF4B91-119D-4A69-9EC5-B42DE07D990A}" srcId="{0E4F6694-255B-42EC-86B2-57B3D2334BA2}" destId="{E93A4EBC-E965-4E9B-AC2E-DA12943D9270}" srcOrd="2" destOrd="0" parTransId="{8113BC9C-42A2-4EB1-9D7E-4C1D625BE630}" sibTransId="{A1235D46-CBDC-49C9-99F3-5F5B4C480268}"/>
    <dgm:cxn modelId="{62042F96-F0DC-45B9-B837-0E8BA93329F0}" type="presOf" srcId="{F5B7B3C7-445F-4881-BDFC-6D85998BC28A}" destId="{F56B7F48-32F2-4445-B7EA-1770CEC3FE28}" srcOrd="0" destOrd="2" presId="urn:microsoft.com/office/officeart/2005/8/layout/hList1"/>
    <dgm:cxn modelId="{F30365AA-2457-41E3-9A0D-EA1CDCA40087}" type="presOf" srcId="{7E59DD1A-3F1D-44A3-AC5B-538465C3D03A}" destId="{86E71341-E99B-4FAE-B2E4-18C0A5768AC9}" srcOrd="0" destOrd="0" presId="urn:microsoft.com/office/officeart/2005/8/layout/hList1"/>
    <dgm:cxn modelId="{047B54AB-5884-4503-9D8B-8F395B791210}" srcId="{7E59DD1A-3F1D-44A3-AC5B-538465C3D03A}" destId="{253C2EB4-CBAB-4F0C-BB6E-E59BE365C3CA}" srcOrd="0" destOrd="0" parTransId="{1197919E-9475-433D-8177-C32C583235E3}" sibTransId="{D9E09A09-BF56-4ABF-969D-2E2D3A936595}"/>
    <dgm:cxn modelId="{46ECC0AB-35D9-4A10-A43E-8B24278B5A7B}" srcId="{7E59DD1A-3F1D-44A3-AC5B-538465C3D03A}" destId="{D5BA625C-EDEE-4E1B-B47E-AF7D9E706D63}" srcOrd="3" destOrd="0" parTransId="{29099594-3FD3-4AAB-8352-4A124E0048C4}" sibTransId="{B939D2A0-FC8D-49F2-B217-8642F72440D1}"/>
    <dgm:cxn modelId="{48A64AB8-9CA6-4B14-8043-0A996B93DFF3}" srcId="{E93A4EBC-E965-4E9B-AC2E-DA12943D9270}" destId="{F5B7B3C7-445F-4881-BDFC-6D85998BC28A}" srcOrd="2" destOrd="0" parTransId="{E73F3F1A-AECA-435A-9932-761A0D8B4E2E}" sibTransId="{7CD904E9-2A51-4C44-9E69-925E1A1B24D5}"/>
    <dgm:cxn modelId="{85BEFCC7-9F93-4F82-A190-0B722611E838}" type="presOf" srcId="{C195C013-3ECF-46E0-AF0F-6EB2BEEE2418}" destId="{F56B7F48-32F2-4445-B7EA-1770CEC3FE28}" srcOrd="0" destOrd="0" presId="urn:microsoft.com/office/officeart/2005/8/layout/hList1"/>
    <dgm:cxn modelId="{C53B19CF-CB1B-4AD2-B73D-226B0698A683}" srcId="{13AAEC69-A4FC-4654-A2E2-2D2E9B0C081B}" destId="{A2378906-A5DE-4BA9-A1F7-4C2333C26394}" srcOrd="1" destOrd="0" parTransId="{DEFC1492-497A-4C1C-BA4C-8CBB8B0E23EB}" sibTransId="{0267B0E8-1BCA-4D07-A36E-B8CF4FCF11C5}"/>
    <dgm:cxn modelId="{BB2EC5D3-08EC-4A82-B9FE-6BFC6197A303}" type="presOf" srcId="{A2378906-A5DE-4BA9-A1F7-4C2333C26394}" destId="{A93C77D9-BEB2-427E-BB21-599D7C30A2EB}" srcOrd="0" destOrd="1" presId="urn:microsoft.com/office/officeart/2005/8/layout/hList1"/>
    <dgm:cxn modelId="{ECCD3CE3-88AC-4E43-9B6B-1C98DA713CB8}" srcId="{E93A4EBC-E965-4E9B-AC2E-DA12943D9270}" destId="{C195C013-3ECF-46E0-AF0F-6EB2BEEE2418}" srcOrd="0" destOrd="0" parTransId="{186D8798-78E5-48F7-AD94-CFEC7BF10D88}" sibTransId="{6A5E6E96-6393-4FBF-A24B-9B67D034FA4D}"/>
    <dgm:cxn modelId="{1D39A0E3-58B1-4D1B-9834-9F2A554EAE8D}" type="presOf" srcId="{E93A4EBC-E965-4E9B-AC2E-DA12943D9270}" destId="{EC0FFD81-98F0-4C95-A75E-2C354E46DCE6}" srcOrd="0" destOrd="0" presId="urn:microsoft.com/office/officeart/2005/8/layout/hList1"/>
    <dgm:cxn modelId="{32A11EEA-2614-4F65-B806-18A3B00D7A1D}" srcId="{7E59DD1A-3F1D-44A3-AC5B-538465C3D03A}" destId="{1C7797F9-54CC-4A2E-930E-F24935072209}" srcOrd="2" destOrd="0" parTransId="{B9C2509E-21CC-4A6A-8AA2-218C9D0C506E}" sibTransId="{BE3604C8-45A6-49BE-81D1-5A34335C10C1}"/>
    <dgm:cxn modelId="{746A21F1-1D0A-4670-9F22-0AF57F745E39}" type="presOf" srcId="{8187D908-C28C-414B-86B5-3875D9CE2805}" destId="{52C95E6A-501E-465C-A459-5CA94898A36A}" srcOrd="0" destOrd="1" presId="urn:microsoft.com/office/officeart/2005/8/layout/hList1"/>
    <dgm:cxn modelId="{14F918F6-39A2-466C-AC96-DAFC33898190}" type="presOf" srcId="{0E4F6694-255B-42EC-86B2-57B3D2334BA2}" destId="{B6F06422-1F85-4226-B993-A4DA0EDDC04B}" srcOrd="0" destOrd="0" presId="urn:microsoft.com/office/officeart/2005/8/layout/hList1"/>
    <dgm:cxn modelId="{9B2C27F7-E364-4F75-96F7-CE570FD1A7F4}" type="presOf" srcId="{4176D103-81B0-44E2-BAD1-9FB984B5A484}" destId="{F56B7F48-32F2-4445-B7EA-1770CEC3FE28}" srcOrd="0" destOrd="1" presId="urn:microsoft.com/office/officeart/2005/8/layout/hList1"/>
    <dgm:cxn modelId="{720AF1F8-ABCB-4FE8-965E-A3D107C5A814}" type="presOf" srcId="{A47548E2-4F08-4996-A59B-3EFF1DB46DF7}" destId="{A93C77D9-BEB2-427E-BB21-599D7C30A2EB}" srcOrd="0" destOrd="0" presId="urn:microsoft.com/office/officeart/2005/8/layout/hList1"/>
    <dgm:cxn modelId="{9B4F9BFD-EF86-4193-83E2-E8FFF2F77959}" srcId="{13AAEC69-A4FC-4654-A2E2-2D2E9B0C081B}" destId="{869E4178-7FCF-4A76-B8B1-523E4D242494}" srcOrd="2" destOrd="0" parTransId="{2484D184-1A34-4333-A4DD-9AB6CAA12BBB}" sibTransId="{BCA1477F-0981-4848-A951-F42E8E474BE3}"/>
    <dgm:cxn modelId="{ED4D7B20-E265-40C1-AC90-643483C592B4}" type="presParOf" srcId="{B6F06422-1F85-4226-B993-A4DA0EDDC04B}" destId="{DE54A4C5-B164-4124-89C2-9D339F7567D9}" srcOrd="0" destOrd="0" presId="urn:microsoft.com/office/officeart/2005/8/layout/hList1"/>
    <dgm:cxn modelId="{6E1A2134-ED8C-4C6E-B99E-30BBF1DC58F8}" type="presParOf" srcId="{DE54A4C5-B164-4124-89C2-9D339F7567D9}" destId="{3C41441C-358A-4FA5-87FF-DDE2B5C8F0D7}" srcOrd="0" destOrd="0" presId="urn:microsoft.com/office/officeart/2005/8/layout/hList1"/>
    <dgm:cxn modelId="{FDA2DFD6-5292-4E3C-B885-8367D1F0EF3C}" type="presParOf" srcId="{DE54A4C5-B164-4124-89C2-9D339F7567D9}" destId="{A93C77D9-BEB2-427E-BB21-599D7C30A2EB}" srcOrd="1" destOrd="0" presId="urn:microsoft.com/office/officeart/2005/8/layout/hList1"/>
    <dgm:cxn modelId="{D3F49F33-F410-48E1-9602-7246959A3921}" type="presParOf" srcId="{B6F06422-1F85-4226-B993-A4DA0EDDC04B}" destId="{145C233D-5774-4A88-ADA8-32D566A822A1}" srcOrd="1" destOrd="0" presId="urn:microsoft.com/office/officeart/2005/8/layout/hList1"/>
    <dgm:cxn modelId="{C2E3F8D5-02A6-4009-B986-AE67AF59EAC3}" type="presParOf" srcId="{B6F06422-1F85-4226-B993-A4DA0EDDC04B}" destId="{4D514914-3073-4528-BBD7-EFCE8E2E757B}" srcOrd="2" destOrd="0" presId="urn:microsoft.com/office/officeart/2005/8/layout/hList1"/>
    <dgm:cxn modelId="{393956D5-6B48-448F-9718-5CD8FE8DBAF9}" type="presParOf" srcId="{4D514914-3073-4528-BBD7-EFCE8E2E757B}" destId="{86E71341-E99B-4FAE-B2E4-18C0A5768AC9}" srcOrd="0" destOrd="0" presId="urn:microsoft.com/office/officeart/2005/8/layout/hList1"/>
    <dgm:cxn modelId="{213AB537-EDB0-4CCE-9B05-393CD5FBCD27}" type="presParOf" srcId="{4D514914-3073-4528-BBD7-EFCE8E2E757B}" destId="{52C95E6A-501E-465C-A459-5CA94898A36A}" srcOrd="1" destOrd="0" presId="urn:microsoft.com/office/officeart/2005/8/layout/hList1"/>
    <dgm:cxn modelId="{43B3DFCD-AAFA-4C6D-9FBA-9ED2F20D9A24}" type="presParOf" srcId="{B6F06422-1F85-4226-B993-A4DA0EDDC04B}" destId="{74C84483-78DB-4AC9-B1FC-AE7BEF95B972}" srcOrd="3" destOrd="0" presId="urn:microsoft.com/office/officeart/2005/8/layout/hList1"/>
    <dgm:cxn modelId="{2F731290-6A83-4715-B68F-784AA5CFED02}" type="presParOf" srcId="{B6F06422-1F85-4226-B993-A4DA0EDDC04B}" destId="{83866B93-9C62-49C8-AD6E-32B48B09891B}" srcOrd="4" destOrd="0" presId="urn:microsoft.com/office/officeart/2005/8/layout/hList1"/>
    <dgm:cxn modelId="{517A0B51-9BB9-4FD1-B093-98DC8FFB19ED}" type="presParOf" srcId="{83866B93-9C62-49C8-AD6E-32B48B09891B}" destId="{EC0FFD81-98F0-4C95-A75E-2C354E46DCE6}" srcOrd="0" destOrd="0" presId="urn:microsoft.com/office/officeart/2005/8/layout/hList1"/>
    <dgm:cxn modelId="{E3E997F1-8EBC-4156-99BA-964317A82B46}" type="presParOf" srcId="{83866B93-9C62-49C8-AD6E-32B48B09891B}" destId="{F56B7F48-32F2-4445-B7EA-1770CEC3FE2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41441C-358A-4FA5-87FF-DDE2B5C8F0D7}">
      <dsp:nvSpPr>
        <dsp:cNvPr id="0" name=""/>
        <dsp:cNvSpPr/>
      </dsp:nvSpPr>
      <dsp:spPr>
        <a:xfrm>
          <a:off x="2290" y="1005222"/>
          <a:ext cx="2232996" cy="89319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Hardware</a:t>
          </a:r>
        </a:p>
      </dsp:txBody>
      <dsp:txXfrm>
        <a:off x="2290" y="1005222"/>
        <a:ext cx="2232996" cy="893198"/>
      </dsp:txXfrm>
    </dsp:sp>
    <dsp:sp modelId="{A93C77D9-BEB2-427E-BB21-599D7C30A2EB}">
      <dsp:nvSpPr>
        <dsp:cNvPr id="0" name=""/>
        <dsp:cNvSpPr/>
      </dsp:nvSpPr>
      <dsp:spPr>
        <a:xfrm>
          <a:off x="2290" y="1898420"/>
          <a:ext cx="2232996" cy="2854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Computer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Devices (disk drives, memory, printer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Network Gear</a:t>
          </a:r>
          <a:endParaRPr lang="en-CA" sz="1400" kern="1200" dirty="0"/>
        </a:p>
      </dsp:txBody>
      <dsp:txXfrm>
        <a:off x="2290" y="1898420"/>
        <a:ext cx="2232996" cy="2854800"/>
      </dsp:txXfrm>
    </dsp:sp>
    <dsp:sp modelId="{86E71341-E99B-4FAE-B2E4-18C0A5768AC9}">
      <dsp:nvSpPr>
        <dsp:cNvPr id="0" name=""/>
        <dsp:cNvSpPr/>
      </dsp:nvSpPr>
      <dsp:spPr>
        <a:xfrm>
          <a:off x="2547905" y="1005222"/>
          <a:ext cx="2232996" cy="89319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Software</a:t>
          </a:r>
        </a:p>
      </dsp:txBody>
      <dsp:txXfrm>
        <a:off x="2547905" y="1005222"/>
        <a:ext cx="2232996" cy="893198"/>
      </dsp:txXfrm>
    </dsp:sp>
    <dsp:sp modelId="{52C95E6A-501E-465C-A459-5CA94898A36A}">
      <dsp:nvSpPr>
        <dsp:cNvPr id="0" name=""/>
        <dsp:cNvSpPr/>
      </dsp:nvSpPr>
      <dsp:spPr>
        <a:xfrm>
          <a:off x="2547905" y="1898420"/>
          <a:ext cx="2232996" cy="2854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Operating System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Utilities (antivirus)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Commercial applications (word processing, photo editing)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Individual applications</a:t>
          </a:r>
          <a:endParaRPr lang="en-CA" sz="1400" kern="1200" dirty="0"/>
        </a:p>
      </dsp:txBody>
      <dsp:txXfrm>
        <a:off x="2547905" y="1898420"/>
        <a:ext cx="2232996" cy="2854800"/>
      </dsp:txXfrm>
    </dsp:sp>
    <dsp:sp modelId="{EC0FFD81-98F0-4C95-A75E-2C354E46DCE6}">
      <dsp:nvSpPr>
        <dsp:cNvPr id="0" name=""/>
        <dsp:cNvSpPr/>
      </dsp:nvSpPr>
      <dsp:spPr>
        <a:xfrm>
          <a:off x="5093521" y="1005222"/>
          <a:ext cx="2232996" cy="89319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Data</a:t>
          </a:r>
        </a:p>
      </dsp:txBody>
      <dsp:txXfrm>
        <a:off x="5093521" y="1005222"/>
        <a:ext cx="2232996" cy="893198"/>
      </dsp:txXfrm>
    </dsp:sp>
    <dsp:sp modelId="{F56B7F48-32F2-4445-B7EA-1770CEC3FE28}">
      <dsp:nvSpPr>
        <dsp:cNvPr id="0" name=""/>
        <dsp:cNvSpPr/>
      </dsp:nvSpPr>
      <dsp:spPr>
        <a:xfrm>
          <a:off x="5093521" y="1898420"/>
          <a:ext cx="2232996" cy="2854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Documents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Photos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Music, Videos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Email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Class Projects</a:t>
          </a:r>
          <a:endParaRPr lang="en-CA" sz="1400" kern="1200" dirty="0"/>
        </a:p>
      </dsp:txBody>
      <dsp:txXfrm>
        <a:off x="5093521" y="1898420"/>
        <a:ext cx="2232996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574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574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DD28354E-E48C-49CC-8370-7D038345486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3845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defTabSz="923186">
              <a:defRPr sz="1200"/>
            </a:lvl1pPr>
          </a:lstStyle>
          <a:p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574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3700" y="692150"/>
            <a:ext cx="61468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22" y="4379901"/>
            <a:ext cx="5546758" cy="41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defTabSz="923186">
              <a:defRPr sz="1200"/>
            </a:lvl1pPr>
          </a:lstStyle>
          <a:p>
            <a:endParaRPr lang="en-US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574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fld id="{87F161E8-846D-4747-B53A-F633A57CCB4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111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92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88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7DEB1-D7C8-3B49-8A71-75AFCE089D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8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7DEB1-D7C8-3B49-8A71-75AFCE089D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935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7DEB1-D7C8-3B49-8A71-75AFCE089D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663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56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7DEB1-D7C8-3B49-8A71-75AFCE089D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37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7DEB1-D7C8-3B49-8A71-75AFCE089D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280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455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7DEB1-D7C8-3B49-8A71-75AFCE089D8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740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049000" y="6400800"/>
            <a:ext cx="9144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3468EA-74BA-7E40-BA51-C1DD4585DF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4"/>
            <a:ext cx="12192000" cy="68546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4384"/>
            <a:ext cx="9372600" cy="5053584"/>
          </a:xfrm>
          <a:noFill/>
        </p:spPr>
        <p:txBody>
          <a:bodyPr/>
          <a:lstStyle/>
          <a:p>
            <a:pPr lvl="0"/>
            <a:r>
              <a:rPr lang="en-US" dirty="0"/>
              <a:t>Click </a:t>
            </a:r>
            <a:r>
              <a:rPr lang="en-US" sz="3600" b="1" dirty="0" err="1">
                <a:solidFill>
                  <a:schemeClr val="tx1"/>
                </a:solidFill>
                <a:latin typeface="+mj-lt"/>
              </a:rPr>
              <a:t>Click</a:t>
            </a:r>
            <a:r>
              <a:rPr lang="en-US" sz="3600" b="1" dirty="0">
                <a:solidFill>
                  <a:schemeClr val="tx1"/>
                </a:solidFill>
                <a:latin typeface="+mj-lt"/>
              </a:rPr>
              <a:t> and type the Course Title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Course Number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Session Title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Instructor Name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937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990600"/>
            <a:ext cx="10972800" cy="51355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baseline="0"/>
            </a:lvl1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9258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2286001"/>
            <a:ext cx="10972800" cy="38401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baseline="0"/>
            </a:lvl1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476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990600"/>
            <a:ext cx="6815667" cy="5135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990600"/>
            <a:ext cx="4011084" cy="51355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caption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1215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Content with Caption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2362201"/>
            <a:ext cx="6815667" cy="3763963"/>
          </a:xfrm>
          <a:prstGeom prst="rect">
            <a:avLst/>
          </a:prstGeom>
        </p:spPr>
        <p:txBody>
          <a:bodyPr/>
          <a:lstStyle>
            <a:lvl1pPr>
              <a:defRPr sz="3200" baseline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2362201"/>
            <a:ext cx="4011084" cy="3763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caption text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250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438400" y="914400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and add picture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11200" y="5367338"/>
            <a:ext cx="10668000" cy="8048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rgbClr val="E43029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887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Picture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438400" y="2133600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and add picture</a:t>
            </a:r>
            <a:endParaRPr lang="en-CA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194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6299200" y="3505200"/>
            <a:ext cx="5283200" cy="259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and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1"/>
            <a:ext cx="11074400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4580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990600"/>
            <a:ext cx="5384800" cy="5135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990600"/>
            <a:ext cx="5384800" cy="5135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7655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08000" y="914400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1752601"/>
            <a:ext cx="5386917" cy="43735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7601" y="914400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3368" y="1752601"/>
            <a:ext cx="5389033" cy="43735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7906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3158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443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3468EA-74BA-7E40-BA51-C1DD4585DF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4"/>
            <a:ext cx="12192000" cy="6854691"/>
          </a:xfrm>
          <a:prstGeom prst="rect">
            <a:avLst/>
          </a:prstGeom>
        </p:spPr>
      </p:pic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10668000" cy="141156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24F6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5790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discussion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1"/>
            <a:ext cx="11074400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Discussion text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3322027"/>
            <a:ext cx="6515100" cy="3228975"/>
          </a:xfrm>
          <a:prstGeom prst="rect">
            <a:avLst/>
          </a:prstGeom>
        </p:spPr>
      </p:pic>
      <p:sp>
        <p:nvSpPr>
          <p:cNvPr id="13" name="Rounded Rectangular Callout 12"/>
          <p:cNvSpPr/>
          <p:nvPr userDrawn="1"/>
        </p:nvSpPr>
        <p:spPr>
          <a:xfrm>
            <a:off x="3009900" y="3273595"/>
            <a:ext cx="8026400" cy="1600200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009900" y="3133217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3814109" y="3407226"/>
            <a:ext cx="7057092" cy="12409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0885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example text and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0"/>
            <a:ext cx="11074400" cy="3505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Case Example text</a:t>
            </a:r>
          </a:p>
        </p:txBody>
      </p:sp>
      <p:sp>
        <p:nvSpPr>
          <p:cNvPr id="13" name="Rounded Rectangular Callout 12"/>
          <p:cNvSpPr/>
          <p:nvPr userDrawn="1"/>
        </p:nvSpPr>
        <p:spPr>
          <a:xfrm>
            <a:off x="609600" y="4572000"/>
            <a:ext cx="8026400" cy="1359578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/>
          <p:cNvSpPr txBox="1"/>
          <p:nvPr userDrawn="1"/>
        </p:nvSpPr>
        <p:spPr>
          <a:xfrm>
            <a:off x="609600" y="4495801"/>
            <a:ext cx="101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1219201" y="4652664"/>
            <a:ext cx="7251700" cy="11385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0738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3322027"/>
            <a:ext cx="6515100" cy="3228975"/>
          </a:xfrm>
          <a:prstGeom prst="rect">
            <a:avLst/>
          </a:prstGeom>
        </p:spPr>
      </p:pic>
      <p:sp>
        <p:nvSpPr>
          <p:cNvPr id="12" name="Rounded Rectangular Callout 11"/>
          <p:cNvSpPr/>
          <p:nvPr userDrawn="1"/>
        </p:nvSpPr>
        <p:spPr>
          <a:xfrm>
            <a:off x="1237129" y="1519536"/>
            <a:ext cx="9144000" cy="2819382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320800" y="1447800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032000" y="1696286"/>
            <a:ext cx="8026400" cy="24185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9599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Respon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ular Callout 10"/>
          <p:cNvSpPr/>
          <p:nvPr userDrawn="1"/>
        </p:nvSpPr>
        <p:spPr>
          <a:xfrm>
            <a:off x="505288" y="916594"/>
            <a:ext cx="7825913" cy="2128813"/>
          </a:xfrm>
          <a:prstGeom prst="wedgeRoundRectCallout">
            <a:avLst>
              <a:gd name="adj1" fmla="val -3023"/>
              <a:gd name="adj2" fmla="val 84693"/>
              <a:gd name="adj3" fmla="val 16667"/>
            </a:avLst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1" y="3322027"/>
            <a:ext cx="6515100" cy="322897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609600" y="838201"/>
            <a:ext cx="101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7" name="Rounded Rectangular Callout 16"/>
          <p:cNvSpPr/>
          <p:nvPr userDrawn="1"/>
        </p:nvSpPr>
        <p:spPr>
          <a:xfrm>
            <a:off x="2743201" y="2200669"/>
            <a:ext cx="8872071" cy="2676692"/>
          </a:xfrm>
          <a:prstGeom prst="wedgeRoundRectCallout">
            <a:avLst/>
          </a:prstGeom>
          <a:gradFill>
            <a:gsLst>
              <a:gs pos="0">
                <a:srgbClr val="DFF1CB"/>
              </a:gs>
              <a:gs pos="80000">
                <a:schemeClr val="accent3"/>
              </a:gs>
              <a:gs pos="100000">
                <a:schemeClr val="accent3"/>
              </a:gs>
            </a:gsLst>
          </a:gradFill>
          <a:ln>
            <a:solidFill>
              <a:srgbClr val="698335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/>
          <p:cNvSpPr txBox="1"/>
          <p:nvPr userDrawn="1"/>
        </p:nvSpPr>
        <p:spPr>
          <a:xfrm>
            <a:off x="2844800" y="2124670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A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3588871" y="2438400"/>
            <a:ext cx="7587129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correct response.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05648" y="1004651"/>
            <a:ext cx="7022353" cy="1196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original question text.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7813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0" y="1752600"/>
            <a:ext cx="7620000" cy="3921919"/>
          </a:xfrm>
          <a:prstGeom prst="rect">
            <a:avLst/>
          </a:prstGeom>
        </p:spPr>
      </p:pic>
      <p:sp>
        <p:nvSpPr>
          <p:cNvPr id="8" name="Text Placeholder 8"/>
          <p:cNvSpPr txBox="1">
            <a:spLocks/>
          </p:cNvSpPr>
          <p:nvPr userDrawn="1"/>
        </p:nvSpPr>
        <p:spPr>
          <a:xfrm>
            <a:off x="304800" y="76200"/>
            <a:ext cx="11582400" cy="609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80000"/>
              </a:lnSpc>
              <a:spcBef>
                <a:spcPct val="20000"/>
              </a:spcBef>
              <a:buFont typeface="Arial" pitchFamily="34" charset="0"/>
              <a:buNone/>
              <a:defRPr lang="en-US" sz="3700" b="1" kern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Verdana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00" dirty="0">
                <a:solidFill>
                  <a:schemeClr val="bg1"/>
                </a:solidFill>
              </a:rPr>
              <a:t>Break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34776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096000"/>
            <a:ext cx="12192000" cy="20882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>
                <a:latin typeface="Arial"/>
              </a:rPr>
              <a:t>From </a:t>
            </a:r>
            <a:r>
              <a:rPr lang="en-US" i="1">
                <a:latin typeface="Arial"/>
              </a:rPr>
              <a:t>Security in Computing</a:t>
            </a:r>
            <a:r>
              <a:rPr lang="en-US">
                <a:latin typeface="Arial"/>
              </a:rPr>
              <a:t>, Fifth Edition, by Charles P. Pfleeger, et al. (ISBN: 9780134085043). Copyright 2015 by Pearson Education, Inc. All rights reserved.</a:t>
            </a:r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9576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buClr>
                <a:srgbClr val="0070C0"/>
              </a:buClr>
              <a:defRPr/>
            </a:lvl1pPr>
            <a:lvl2pPr marL="457200" indent="-182880">
              <a:buClr>
                <a:srgbClr val="00B0F0"/>
              </a:buClr>
              <a:buFont typeface="Courier New" panose="02070309020205020404" pitchFamily="49" charset="0"/>
              <a:buChar char="o"/>
              <a:defRPr/>
            </a:lvl2pPr>
            <a:lvl3pPr marL="731520" indent="-182880">
              <a:buClr>
                <a:srgbClr val="FF0000"/>
              </a:buClr>
              <a:buFont typeface="Wingdings" panose="05000000000000000000" pitchFamily="2" charset="2"/>
              <a:buChar char="v"/>
              <a:defRPr/>
            </a:lvl3pPr>
            <a:lvl4pPr marL="1005840" indent="-182880">
              <a:buFont typeface="Wingdings" panose="05000000000000000000" pitchFamily="2" charset="2"/>
              <a:buChar char="Ø"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096000"/>
            <a:ext cx="12192000" cy="20882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>
                <a:latin typeface="Arial"/>
              </a:rPr>
              <a:t>From </a:t>
            </a:r>
            <a:r>
              <a:rPr lang="en-US" i="1" dirty="0">
                <a:latin typeface="Arial"/>
              </a:rPr>
              <a:t>Security in Computing</a:t>
            </a:r>
            <a:r>
              <a:rPr lang="en-US" dirty="0">
                <a:latin typeface="Arial"/>
              </a:rPr>
              <a:t>, Fifth Edition, by Charles P. </a:t>
            </a:r>
            <a:r>
              <a:rPr lang="en-US" dirty="0" err="1">
                <a:latin typeface="Arial"/>
              </a:rPr>
              <a:t>Pfleeger</a:t>
            </a:r>
            <a:r>
              <a:rPr lang="en-US" dirty="0">
                <a:latin typeface="Arial"/>
              </a:rPr>
              <a:t>, et al. (ISBN: 9780134085043). Copyright 2015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8226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 txBox="1">
            <a:spLocks/>
          </p:cNvSpPr>
          <p:nvPr userDrawn="1"/>
        </p:nvSpPr>
        <p:spPr>
          <a:xfrm>
            <a:off x="394770" y="936056"/>
            <a:ext cx="11402460" cy="5157240"/>
          </a:xfrm>
          <a:prstGeom prst="rect">
            <a:avLst/>
          </a:prstGeom>
          <a:solidFill>
            <a:schemeClr val="bg1">
              <a:alpha val="84000"/>
            </a:schemeClr>
          </a:solidFill>
          <a:ln w="38100" cmpd="sng">
            <a:noFill/>
            <a:prstDash val="solid"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rgbClr val="ED1529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CA" sz="1800" b="1" dirty="0"/>
          </a:p>
        </p:txBody>
      </p:sp>
      <p:sp>
        <p:nvSpPr>
          <p:cNvPr id="24" name="Title 1"/>
          <p:cNvSpPr txBox="1">
            <a:spLocks/>
          </p:cNvSpPr>
          <p:nvPr userDrawn="1"/>
        </p:nvSpPr>
        <p:spPr>
          <a:xfrm>
            <a:off x="0" y="6316809"/>
            <a:ext cx="12192000" cy="540000"/>
          </a:xfrm>
          <a:prstGeom prst="rect">
            <a:avLst/>
          </a:prstGeom>
          <a:solidFill>
            <a:srgbClr val="F0F0F0"/>
          </a:solidFill>
          <a:ln w="38100" cmpd="sng">
            <a:noFill/>
            <a:prstDash val="solid"/>
          </a:ln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rgbClr val="ED1529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CA" sz="3600" b="1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64" y="6453336"/>
            <a:ext cx="3298816" cy="306637"/>
          </a:xfrm>
          <a:prstGeom prst="rect">
            <a:avLst/>
          </a:prstGeom>
        </p:spPr>
      </p:pic>
      <p:sp>
        <p:nvSpPr>
          <p:cNvPr id="26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F0F0F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"/>
          </p:nvPr>
        </p:nvSpPr>
        <p:spPr>
          <a:xfrm>
            <a:off x="609600" y="990600"/>
            <a:ext cx="10972800" cy="513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11424592" y="6351711"/>
            <a:ext cx="839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FB1D6B-A3F5-4E70-95BC-32D49588B2FD}" type="slidenum">
              <a:rPr lang="en-US" sz="24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Calibri" pitchFamily="34" charset="0"/>
              </a:rPr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11280576" y="6427886"/>
            <a:ext cx="0" cy="31784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2"/>
    </p:custDataLst>
    <p:extLst>
      <p:ext uri="{BB962C8B-B14F-4D97-AF65-F5344CB8AC3E}">
        <p14:creationId xmlns:p14="http://schemas.microsoft.com/office/powerpoint/2010/main" val="3195656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14" r:id="rId2"/>
    <p:sldLayoutId id="2147483857" r:id="rId3"/>
    <p:sldLayoutId id="2147483855" r:id="rId4"/>
    <p:sldLayoutId id="2147483858" r:id="rId5"/>
    <p:sldLayoutId id="2147483856" r:id="rId6"/>
    <p:sldLayoutId id="2147483859" r:id="rId7"/>
    <p:sldLayoutId id="2147483840" r:id="rId8"/>
    <p:sldLayoutId id="2147483815" r:id="rId9"/>
    <p:sldLayoutId id="2147483818" r:id="rId10"/>
    <p:sldLayoutId id="2147483816" r:id="rId11"/>
    <p:sldLayoutId id="2147483876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  <p:sldLayoutId id="2147483884" r:id="rId19"/>
    <p:sldLayoutId id="2147483885" r:id="rId2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emf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0" dirty="0"/>
              <a:t>Information System Security</a:t>
            </a:r>
            <a:br>
              <a:rPr lang="en-US" sz="3200" b="0" dirty="0"/>
            </a:br>
            <a:r>
              <a:rPr lang="en-US" sz="3200" b="0" dirty="0"/>
              <a:t>CCCS 402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Introduction to Computer Security </a:t>
            </a:r>
            <a:br>
              <a:rPr lang="en-US" dirty="0"/>
            </a:br>
            <a:r>
              <a:rPr lang="en-US" dirty="0"/>
              <a:t>Module 1</a:t>
            </a:r>
            <a:br>
              <a:rPr lang="en-US" dirty="0"/>
            </a:br>
            <a:br>
              <a:rPr lang="en-US" dirty="0"/>
            </a:br>
            <a:br>
              <a:rPr lang="en-US" sz="3100" dirty="0"/>
            </a:br>
            <a:r>
              <a:rPr lang="en-US" sz="3100" b="0" dirty="0"/>
              <a:t>Mona Taghavi</a:t>
            </a:r>
            <a:endParaRPr lang="en-CA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6746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  <a:p>
            <a:r>
              <a:rPr lang="en-US" dirty="0"/>
              <a:t>Define </a:t>
            </a:r>
            <a:r>
              <a:rPr lang="en-US" i="1" dirty="0"/>
              <a:t>computer security</a:t>
            </a:r>
            <a:r>
              <a:rPr lang="en-US" dirty="0"/>
              <a:t> as well as basic computer security terms</a:t>
            </a:r>
          </a:p>
          <a:p>
            <a:r>
              <a:rPr lang="en-US" dirty="0"/>
              <a:t>Introduce the C-I-A Triad</a:t>
            </a:r>
          </a:p>
          <a:p>
            <a:r>
              <a:rPr lang="en-US" dirty="0"/>
              <a:t>Introduce basic access control terminology</a:t>
            </a:r>
          </a:p>
          <a:p>
            <a:r>
              <a:rPr lang="en-US" dirty="0"/>
              <a:t>Explain basic threats, vulnerabilities, and attacks</a:t>
            </a:r>
          </a:p>
          <a:p>
            <a:r>
              <a:rPr lang="en-US" dirty="0"/>
              <a:t>Show how controls map to threats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Overview</a:t>
            </a:r>
          </a:p>
        </p:txBody>
      </p:sp>
    </p:spTree>
    <p:extLst>
      <p:ext uri="{BB962C8B-B14F-4D97-AF65-F5344CB8AC3E}">
        <p14:creationId xmlns:p14="http://schemas.microsoft.com/office/powerpoint/2010/main" val="4225582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en-US" dirty="0"/>
              <a:t>The protection of the assets of a computer system</a:t>
            </a:r>
          </a:p>
          <a:p>
            <a:pPr lvl="1"/>
            <a:r>
              <a:rPr lang="en-US" sz="1800" dirty="0"/>
              <a:t>Hardware</a:t>
            </a:r>
          </a:p>
          <a:p>
            <a:pPr lvl="1"/>
            <a:r>
              <a:rPr lang="en-US" sz="1800" dirty="0"/>
              <a:t>Software</a:t>
            </a:r>
          </a:p>
          <a:p>
            <a:pPr lvl="1"/>
            <a:r>
              <a:rPr lang="en-US" sz="1800" dirty="0"/>
              <a:t>Data</a:t>
            </a:r>
          </a:p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Computer Security?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D01F0F2-74A4-EF40-82B3-DFFDF0BA3880}" type="slidenum">
              <a:rPr lang="en-US" smtClean="0">
                <a:latin typeface="Arial"/>
              </a:rPr>
              <a:pPr/>
              <a:t>3</a:t>
            </a:fld>
            <a:endParaRPr lang="en-US">
              <a:latin typeface="Arial"/>
            </a:endParaRPr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23949" y="6095999"/>
            <a:ext cx="12192000" cy="2088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>
                <a:latin typeface="Arial"/>
              </a:rPr>
              <a:t>From </a:t>
            </a:r>
            <a:r>
              <a:rPr lang="en-US" i="1">
                <a:latin typeface="Arial"/>
              </a:rPr>
              <a:t>Security in Computing</a:t>
            </a:r>
            <a:r>
              <a:rPr lang="en-US">
                <a:latin typeface="Arial"/>
              </a:rPr>
              <a:t>, Fifth Edition, by Charles P. Pfleeger, et al. (ISBN: 9780134085043). Copyright 2015 by Pearson Education, Inc. All rights reserved.</a:t>
            </a:r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325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Assets</a:t>
            </a:r>
          </a:p>
        </p:txBody>
      </p:sp>
      <p:pic>
        <p:nvPicPr>
          <p:cNvPr id="4" name="Picture 3" descr="fig01-02.eps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9176" b="49176"/>
          <a:stretch/>
        </p:blipFill>
        <p:spPr>
          <a:xfrm>
            <a:off x="6553200" y="990600"/>
            <a:ext cx="6691992" cy="5048840"/>
          </a:xfrm>
          <a:prstGeom prst="rect">
            <a:avLst/>
          </a:prstGeom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813776432"/>
              </p:ext>
            </p:extLst>
          </p:nvPr>
        </p:nvGraphicFramePr>
        <p:xfrm>
          <a:off x="381000" y="1556757"/>
          <a:ext cx="7328808" cy="5758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82895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g01-03.eps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09" t="315" r="-32250" b="54931"/>
          <a:stretch/>
        </p:blipFill>
        <p:spPr>
          <a:xfrm>
            <a:off x="8894675" y="2382994"/>
            <a:ext cx="6120129" cy="2304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Values of Assets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1066800" y="1524000"/>
            <a:ext cx="7724696" cy="3493468"/>
            <a:chOff x="228600" y="1032146"/>
            <a:chExt cx="7724696" cy="3493468"/>
          </a:xfrm>
        </p:grpSpPr>
        <p:grpSp>
          <p:nvGrpSpPr>
            <p:cNvPr id="2" name="Group 1"/>
            <p:cNvGrpSpPr/>
            <p:nvPr/>
          </p:nvGrpSpPr>
          <p:grpSpPr>
            <a:xfrm>
              <a:off x="228600" y="2057400"/>
              <a:ext cx="4518996" cy="2002402"/>
              <a:chOff x="-762000" y="1371600"/>
              <a:chExt cx="4518996" cy="2002402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-762000" y="1371600"/>
                <a:ext cx="2232996" cy="457200"/>
                <a:chOff x="2290" y="1005222"/>
                <a:chExt cx="2232996" cy="893198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2290" y="1005222"/>
                  <a:ext cx="2232996" cy="893198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2290" y="1005222"/>
                  <a:ext cx="2232996" cy="89319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199136" tIns="113792" rIns="199136" bIns="113792" numCol="1" spcCol="1270" anchor="ctr" anchorCtr="0">
                  <a:noAutofit/>
                </a:bodyPr>
                <a:lstStyle/>
                <a:p>
                  <a:pPr lvl="0" algn="ctr" defTabSz="12446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600" kern="1200" dirty="0"/>
                    <a:t>Hardware</a:t>
                  </a:r>
                </a:p>
              </p:txBody>
            </p:sp>
          </p:grpSp>
          <p:grpSp>
            <p:nvGrpSpPr>
              <p:cNvPr id="6" name="Group 5"/>
              <p:cNvGrpSpPr/>
              <p:nvPr/>
            </p:nvGrpSpPr>
            <p:grpSpPr>
              <a:xfrm>
                <a:off x="-762000" y="1828800"/>
                <a:ext cx="2232996" cy="1545202"/>
                <a:chOff x="2290" y="1898420"/>
                <a:chExt cx="2232996" cy="2854800"/>
              </a:xfrm>
            </p:grpSpPr>
            <p:sp>
              <p:nvSpPr>
                <p:cNvPr id="13" name="Rectangle 12"/>
                <p:cNvSpPr/>
                <p:nvPr/>
              </p:nvSpPr>
              <p:spPr>
                <a:xfrm>
                  <a:off x="2290" y="1898420"/>
                  <a:ext cx="2232996" cy="28548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2290" y="1898420"/>
                  <a:ext cx="2232996" cy="2854800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74676" tIns="74676" rIns="99568" bIns="112014" numCol="1" spcCol="1270" anchor="t" anchorCtr="0">
                  <a:noAutofit/>
                </a:bodyPr>
                <a:lstStyle/>
                <a:p>
                  <a:pPr marL="114300" lvl="1" indent="-114300" algn="l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•"/>
                  </a:pPr>
                  <a:r>
                    <a:rPr lang="en-US" sz="1400" kern="1200" dirty="0"/>
                    <a:t>Computer</a:t>
                  </a:r>
                </a:p>
                <a:p>
                  <a:pPr marL="114300" lvl="1" indent="-114300" algn="l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•"/>
                  </a:pPr>
                  <a:r>
                    <a:rPr lang="en-US" sz="1400" kern="1200" dirty="0"/>
                    <a:t>Devices (disk drives, memory, printer</a:t>
                  </a:r>
                </a:p>
                <a:p>
                  <a:pPr marL="114300" lvl="1" indent="-114300" algn="l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•"/>
                  </a:pPr>
                  <a:r>
                    <a:rPr lang="en-US" sz="1400" kern="1200" dirty="0"/>
                    <a:t>Network Gear</a:t>
                  </a:r>
                  <a:endParaRPr lang="en-CA" sz="1400" kern="1200" dirty="0"/>
                </a:p>
              </p:txBody>
            </p:sp>
          </p:grpSp>
          <p:grpSp>
            <p:nvGrpSpPr>
              <p:cNvPr id="7" name="Group 6"/>
              <p:cNvGrpSpPr/>
              <p:nvPr/>
            </p:nvGrpSpPr>
            <p:grpSpPr>
              <a:xfrm>
                <a:off x="1524000" y="1371600"/>
                <a:ext cx="2232996" cy="457200"/>
                <a:chOff x="2547905" y="1005222"/>
                <a:chExt cx="2232996" cy="893198"/>
              </a:xfrm>
            </p:grpSpPr>
            <p:sp>
              <p:nvSpPr>
                <p:cNvPr id="11" name="Rectangle 10"/>
                <p:cNvSpPr/>
                <p:nvPr/>
              </p:nvSpPr>
              <p:spPr>
                <a:xfrm>
                  <a:off x="2547905" y="1005222"/>
                  <a:ext cx="2232996" cy="893198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2547905" y="1005222"/>
                  <a:ext cx="2232996" cy="89319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199136" tIns="113792" rIns="199136" bIns="113792" numCol="1" spcCol="1270" anchor="ctr" anchorCtr="0">
                  <a:noAutofit/>
                </a:bodyPr>
                <a:lstStyle/>
                <a:p>
                  <a:pPr lvl="0" algn="ctr" defTabSz="12446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600" kern="1200" dirty="0"/>
                    <a:t>Software</a:t>
                  </a:r>
                </a:p>
              </p:txBody>
            </p:sp>
          </p:grpSp>
          <p:grpSp>
            <p:nvGrpSpPr>
              <p:cNvPr id="8" name="Group 7"/>
              <p:cNvGrpSpPr/>
              <p:nvPr/>
            </p:nvGrpSpPr>
            <p:grpSpPr>
              <a:xfrm>
                <a:off x="1524000" y="1828800"/>
                <a:ext cx="2232996" cy="1545202"/>
                <a:chOff x="2547905" y="1898420"/>
                <a:chExt cx="2232996" cy="2854800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2547905" y="1898420"/>
                  <a:ext cx="2232996" cy="2854800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2547905" y="1898420"/>
                  <a:ext cx="2232996" cy="2854800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74676" tIns="74676" rIns="99568" bIns="112014" numCol="1" spcCol="1270" anchor="t" anchorCtr="0">
                  <a:noAutofit/>
                </a:bodyPr>
                <a:lstStyle/>
                <a:p>
                  <a:pPr marL="114300" lvl="1" indent="-114300" algn="l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•"/>
                  </a:pPr>
                  <a:r>
                    <a:rPr lang="en-US" sz="1400" kern="1200" dirty="0"/>
                    <a:t>Operating System</a:t>
                  </a:r>
                </a:p>
                <a:p>
                  <a:pPr marL="114300" lvl="1" indent="-114300" algn="l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•"/>
                  </a:pPr>
                  <a:r>
                    <a:rPr lang="en-US" sz="1400" kern="1200" dirty="0"/>
                    <a:t>Utilities (antivirus)</a:t>
                  </a:r>
                </a:p>
                <a:p>
                  <a:pPr marL="114300" lvl="1" indent="-114300" algn="l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•"/>
                  </a:pPr>
                  <a:r>
                    <a:rPr lang="en-US" sz="1400" kern="1200" dirty="0"/>
                    <a:t>Commercial applications (word processing, photo editing)</a:t>
                  </a:r>
                </a:p>
                <a:p>
                  <a:pPr marL="114300" lvl="1" indent="-114300" algn="l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•"/>
                  </a:pPr>
                  <a:r>
                    <a:rPr lang="en-US" sz="1400" kern="1200" dirty="0"/>
                    <a:t>Individual applications</a:t>
                  </a:r>
                  <a:endParaRPr lang="en-CA" sz="1400" kern="1200" dirty="0"/>
                </a:p>
              </p:txBody>
            </p:sp>
          </p:grpSp>
        </p:grpSp>
        <p:grpSp>
          <p:nvGrpSpPr>
            <p:cNvPr id="17" name="Group 16"/>
            <p:cNvGrpSpPr/>
            <p:nvPr/>
          </p:nvGrpSpPr>
          <p:grpSpPr>
            <a:xfrm>
              <a:off x="5000967" y="2057400"/>
              <a:ext cx="2232996" cy="444500"/>
              <a:chOff x="5093521" y="1005222"/>
              <a:chExt cx="2232996" cy="893198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5093521" y="1005222"/>
                <a:ext cx="2232996" cy="893198"/>
              </a:xfrm>
              <a:prstGeom prst="rect">
                <a:avLst/>
              </a:prstGeom>
            </p:spPr>
            <p:style>
              <a:lnRef idx="2">
                <a:schemeClr val="accen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2" name="TextBox 21"/>
              <p:cNvSpPr txBox="1"/>
              <p:nvPr/>
            </p:nvSpPr>
            <p:spPr>
              <a:xfrm>
                <a:off x="5093521" y="1005222"/>
                <a:ext cx="2232996" cy="8931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99136" tIns="113792" rIns="199136" bIns="113792" numCol="1" spcCol="1270" anchor="ctr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600" kern="1200" dirty="0"/>
                  <a:t>Data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5000967" y="2527300"/>
              <a:ext cx="2232996" cy="1206500"/>
              <a:chOff x="5093521" y="1898420"/>
              <a:chExt cx="2232996" cy="2854800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5093521" y="1898420"/>
                <a:ext cx="2232996" cy="2854800"/>
              </a:xfrm>
              <a:prstGeom prst="rect">
                <a:avLst/>
              </a:prstGeom>
            </p:spPr>
            <p:style>
              <a:lnRef idx="2">
                <a:schemeClr val="accent2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0" name="TextBox 19"/>
              <p:cNvSpPr txBox="1"/>
              <p:nvPr/>
            </p:nvSpPr>
            <p:spPr>
              <a:xfrm>
                <a:off x="5093521" y="1898420"/>
                <a:ext cx="2232996" cy="285480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74676" tIns="74676" rIns="99568" bIns="112014" numCol="1" spcCol="1270" anchor="t" anchorCtr="0">
                <a:noAutofit/>
              </a:bodyPr>
              <a:lstStyle/>
              <a:p>
                <a:pPr marL="114300" lvl="1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en-US" sz="1400" kern="1200" dirty="0"/>
                  <a:t>Documents</a:t>
                </a:r>
              </a:p>
              <a:p>
                <a:pPr marL="114300" lvl="1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en-US" sz="1400" kern="1200" dirty="0"/>
                  <a:t>Photos</a:t>
                </a:r>
              </a:p>
              <a:p>
                <a:pPr marL="114300" lvl="1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en-US" sz="1400" kern="1200" dirty="0"/>
                  <a:t>Music, Videos</a:t>
                </a:r>
              </a:p>
              <a:p>
                <a:pPr marL="114300" lvl="1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en-US" sz="1400" kern="1200" dirty="0"/>
                  <a:t>Email</a:t>
                </a:r>
              </a:p>
              <a:p>
                <a:pPr marL="114300" lvl="1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en-US" sz="1400" kern="1200" dirty="0"/>
                  <a:t>Class Projects</a:t>
                </a:r>
                <a:endParaRPr lang="en-CA" sz="1400" kern="1200" dirty="0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1994455" y="4081114"/>
              <a:ext cx="2438400" cy="444500"/>
              <a:chOff x="5017321" y="1005222"/>
              <a:chExt cx="2438400" cy="893198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5093521" y="1005222"/>
                <a:ext cx="2232996" cy="893198"/>
              </a:xfrm>
              <a:prstGeom prst="rect">
                <a:avLst/>
              </a:prstGeom>
            </p:spPr>
            <p:style>
              <a:lnRef idx="2">
                <a:schemeClr val="accen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6" name="TextBox 25"/>
              <p:cNvSpPr txBox="1"/>
              <p:nvPr/>
            </p:nvSpPr>
            <p:spPr>
              <a:xfrm>
                <a:off x="5017321" y="1005222"/>
                <a:ext cx="2438400" cy="8931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99136" tIns="113792" rIns="199136" bIns="113792" numCol="1" spcCol="1270" anchor="ctr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600" dirty="0"/>
                  <a:t>Individual Applications</a:t>
                </a:r>
                <a:endParaRPr lang="en-US" sz="1600" kern="1200" dirty="0"/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1109730" y="1032146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Off the shelf; easily replaceable</a:t>
              </a:r>
              <a:endParaRPr lang="en-CA" sz="1600" dirty="0"/>
            </a:p>
          </p:txBody>
        </p:sp>
        <p:sp>
          <p:nvSpPr>
            <p:cNvPr id="30" name="Right Arrow 29"/>
            <p:cNvSpPr/>
            <p:nvPr/>
          </p:nvSpPr>
          <p:spPr>
            <a:xfrm rot="5400000">
              <a:off x="2232995" y="1523062"/>
              <a:ext cx="457200" cy="344269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905296" y="4114800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Unique; Irreplaceable</a:t>
              </a:r>
              <a:endParaRPr lang="en-CA" sz="1600" dirty="0"/>
            </a:p>
          </p:txBody>
        </p:sp>
        <p:sp>
          <p:nvSpPr>
            <p:cNvPr id="32" name="Right Arrow 31"/>
            <p:cNvSpPr/>
            <p:nvPr/>
          </p:nvSpPr>
          <p:spPr>
            <a:xfrm rot="10800000">
              <a:off x="4448096" y="4114800"/>
              <a:ext cx="457200" cy="344269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" name="Right Arrow 32"/>
            <p:cNvSpPr/>
            <p:nvPr/>
          </p:nvSpPr>
          <p:spPr>
            <a:xfrm rot="16200000">
              <a:off x="5779689" y="3800785"/>
              <a:ext cx="325841" cy="344269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479647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Security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10210800" cy="3429000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The preservation of confidentiality, integrity and availability of information; in addition, other properties such as authenticity, accountability, non-repudiation and reliability can also be involved. (ISO27000 Information Security Management Systems - Overview and Vocabulary)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6598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0" y="1752600"/>
            <a:ext cx="5029200" cy="3429000"/>
          </a:xfrm>
        </p:spPr>
        <p:txBody>
          <a:bodyPr>
            <a:normAutofit lnSpcReduction="10000"/>
          </a:bodyPr>
          <a:lstStyle/>
          <a:p>
            <a:pPr marL="0" indent="0" algn="ctr">
              <a:buClr>
                <a:srgbClr val="0070C0"/>
              </a:buClr>
              <a:buNone/>
            </a:pPr>
            <a:r>
              <a:rPr lang="en-US" dirty="0"/>
              <a:t>Threat</a:t>
            </a:r>
          </a:p>
          <a:p>
            <a:pPr marL="0" indent="0" algn="ctr">
              <a:buClr>
                <a:srgbClr val="0070C0"/>
              </a:buClr>
              <a:buNone/>
            </a:pPr>
            <a:r>
              <a:rPr lang="en-US" dirty="0"/>
              <a:t>Vulnerability</a:t>
            </a:r>
          </a:p>
          <a:p>
            <a:pPr marL="0" indent="0" algn="ctr">
              <a:buClr>
                <a:srgbClr val="0070C0"/>
              </a:buClr>
              <a:buNone/>
            </a:pPr>
            <a:r>
              <a:rPr lang="en-US" dirty="0"/>
              <a:t>Risk</a:t>
            </a:r>
          </a:p>
          <a:p>
            <a:pPr marL="0" indent="0" algn="ctr">
              <a:buClr>
                <a:srgbClr val="0070C0"/>
              </a:buClr>
              <a:buNone/>
            </a:pPr>
            <a:endParaRPr lang="en-US" sz="1600" dirty="0"/>
          </a:p>
          <a:p>
            <a:pPr marL="0" indent="0" algn="ctr">
              <a:buClr>
                <a:srgbClr val="0070C0"/>
              </a:buClr>
              <a:buNone/>
            </a:pPr>
            <a:r>
              <a:rPr lang="en-US" dirty="0"/>
              <a:t>Attack</a:t>
            </a:r>
          </a:p>
          <a:p>
            <a:pPr marL="0" indent="0" algn="ctr">
              <a:buClr>
                <a:srgbClr val="0070C0"/>
              </a:buClr>
              <a:buNone/>
            </a:pPr>
            <a:endParaRPr lang="en-US" sz="1600" dirty="0"/>
          </a:p>
          <a:p>
            <a:pPr marL="0" indent="0" algn="ctr">
              <a:buClr>
                <a:srgbClr val="0070C0"/>
              </a:buClr>
              <a:buNone/>
            </a:pPr>
            <a:r>
              <a:rPr lang="en-US" dirty="0"/>
              <a:t>Countermeasure or control</a:t>
            </a:r>
          </a:p>
        </p:txBody>
      </p:sp>
    </p:spTree>
    <p:extLst>
      <p:ext uri="{BB962C8B-B14F-4D97-AF65-F5344CB8AC3E}">
        <p14:creationId xmlns:p14="http://schemas.microsoft.com/office/powerpoint/2010/main" val="2817789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2964B-8CF1-4F04-8AD5-86A613A90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BB172-A3C5-4CBF-805C-08A7D0FA0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potential negative action or event enabled by a vulnerability that results in an unwanted impact to a computer system.</a:t>
            </a:r>
          </a:p>
          <a:p>
            <a:r>
              <a:rPr lang="en-US" dirty="0"/>
              <a:t>Threat Actor: An active entity which can execute a threat scenario.</a:t>
            </a:r>
          </a:p>
          <a:p>
            <a:r>
              <a:rPr lang="en-US" dirty="0"/>
              <a:t>Threat Scenario: The set of steps executed in a potential cyber attack.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98F5FA-4079-40A5-96BC-5D2DC35B3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192" y="4297680"/>
            <a:ext cx="10134600" cy="20269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BCA36AF-B16E-4F32-83A5-21CDB0CD75BA}"/>
              </a:ext>
            </a:extLst>
          </p:cNvPr>
          <p:cNvSpPr/>
          <p:nvPr/>
        </p:nvSpPr>
        <p:spPr>
          <a:xfrm>
            <a:off x="1524000" y="5715000"/>
            <a:ext cx="3276600" cy="5525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772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2964B-8CF1-4F04-8AD5-86A613A90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Vulnerability, Risk and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BB172-A3C5-4CBF-805C-08A7D0FA0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Vulnerabilities:</a:t>
            </a:r>
            <a:r>
              <a:rPr lang="en-US" dirty="0"/>
              <a:t> Weaknesses or opportunities allowing a threat scenario to be executed</a:t>
            </a:r>
          </a:p>
          <a:p>
            <a:r>
              <a:rPr lang="en-US" b="1" dirty="0"/>
              <a:t>Security Risk: </a:t>
            </a:r>
            <a:r>
              <a:rPr lang="en-US" dirty="0"/>
              <a:t>Likelihood (ease of executing a threat scenario), combined with the potential damage in case of an incident (successful attack)</a:t>
            </a:r>
          </a:p>
          <a:p>
            <a:r>
              <a:rPr lang="en-US" b="1" dirty="0"/>
              <a:t>Security Control: </a:t>
            </a:r>
            <a:r>
              <a:rPr lang="en-US" dirty="0"/>
              <a:t>A method for removing vulnerabilities and reducing security risk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CA36AF-B16E-4F32-83A5-21CDB0CD75BA}"/>
              </a:ext>
            </a:extLst>
          </p:cNvPr>
          <p:cNvSpPr/>
          <p:nvPr/>
        </p:nvSpPr>
        <p:spPr>
          <a:xfrm>
            <a:off x="0" y="5376672"/>
            <a:ext cx="3511296" cy="8002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35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8071-E638-483D-AA97-52E17B0CD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61"/>
            <a:ext cx="12192000" cy="726440"/>
          </a:xfrm>
        </p:spPr>
        <p:txBody>
          <a:bodyPr/>
          <a:lstStyle/>
          <a:p>
            <a:r>
              <a:rPr lang="en-US" dirty="0"/>
              <a:t>Identify vulnerabilities, security risk and control: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5AB2C7-658C-4988-AF43-C01F734D7A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398" t="14783" r="24192" b="9145"/>
          <a:stretch/>
        </p:blipFill>
        <p:spPr>
          <a:xfrm>
            <a:off x="3028188" y="914400"/>
            <a:ext cx="6135624" cy="531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491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Discussion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en-US" dirty="0"/>
              <a:t>What does make your computer valuable to you?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990600"/>
            <a:ext cx="10972800" cy="51355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800" dirty="0"/>
              <a:t>You use it as a tool to performing tasks, therefore, you expect it to be available for use when you want it.</a:t>
            </a:r>
          </a:p>
          <a:p>
            <a:pPr fontAlgn="auto">
              <a:spcAft>
                <a:spcPts val="0"/>
              </a:spcAft>
            </a:pPr>
            <a:r>
              <a:rPr lang="en-US" sz="2800" dirty="0"/>
              <a:t>You rely on the computer’s integrity. </a:t>
            </a:r>
          </a:p>
          <a:p>
            <a:pPr lvl="1" fontAlgn="auto">
              <a:spcAft>
                <a:spcPts val="0"/>
              </a:spcAft>
            </a:pPr>
            <a:r>
              <a:rPr lang="en-US" dirty="0"/>
              <a:t>If you save a file, you trust that the file will reload exactly as you saved it.</a:t>
            </a:r>
          </a:p>
          <a:p>
            <a:pPr fontAlgn="auto">
              <a:spcAft>
                <a:spcPts val="0"/>
              </a:spcAft>
            </a:pPr>
            <a:r>
              <a:rPr lang="en-US" sz="2800" dirty="0"/>
              <a:t>You expect the personal aspect of a personal computer to stay personal</a:t>
            </a:r>
          </a:p>
          <a:p>
            <a:pPr lvl="1" fontAlgn="auto">
              <a:spcAft>
                <a:spcPts val="0"/>
              </a:spcAft>
            </a:pPr>
            <a:r>
              <a:rPr lang="en-US" dirty="0"/>
              <a:t>You want it to protect your confidentiality. </a:t>
            </a:r>
          </a:p>
        </p:txBody>
      </p:sp>
    </p:spTree>
    <p:extLst>
      <p:ext uri="{BB962C8B-B14F-4D97-AF65-F5344CB8AC3E}">
        <p14:creationId xmlns:p14="http://schemas.microsoft.com/office/powerpoint/2010/main" val="1282447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C-I-A Triad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Confidentiality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dirty="0"/>
              <a:t>Integrity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dirty="0"/>
              <a:t>Availability</a:t>
            </a:r>
          </a:p>
          <a:p>
            <a:pPr marL="0" indent="0">
              <a:buNone/>
            </a:pPr>
            <a:endParaRPr lang="en-US" sz="105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A70281-47AB-4F47-BE3F-CF5A6FF1E5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26"/>
          <a:stretch/>
        </p:blipFill>
        <p:spPr>
          <a:xfrm>
            <a:off x="3276600" y="1143000"/>
            <a:ext cx="5866138" cy="411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42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E198B-31DC-49F1-9E51-BCA5E123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security consists: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87000-0010-4B97-AB02-47FB0BB16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Provision of the following three services </a:t>
            </a:r>
          </a:p>
          <a:p>
            <a:pPr lvl="1"/>
            <a:r>
              <a:rPr lang="en-US" altLang="en-US" dirty="0">
                <a:solidFill>
                  <a:srgbClr val="CC0066"/>
                </a:solidFill>
              </a:rPr>
              <a:t>Confidentiality</a:t>
            </a:r>
            <a:r>
              <a:rPr lang="en-US" altLang="en-US" dirty="0"/>
              <a:t> </a:t>
            </a:r>
          </a:p>
          <a:p>
            <a:pPr lvl="2"/>
            <a:r>
              <a:rPr lang="en-US" altLang="en-US" dirty="0"/>
              <a:t>concealment of data from unauthorized parties </a:t>
            </a:r>
          </a:p>
          <a:p>
            <a:pPr lvl="1"/>
            <a:r>
              <a:rPr lang="en-US" altLang="en-US" dirty="0">
                <a:solidFill>
                  <a:srgbClr val="CC0066"/>
                </a:solidFill>
              </a:rPr>
              <a:t>Integrity</a:t>
            </a:r>
          </a:p>
          <a:p>
            <a:pPr lvl="2"/>
            <a:r>
              <a:rPr lang="en-US" altLang="en-US" dirty="0"/>
              <a:t>assurance that data is genuine </a:t>
            </a:r>
          </a:p>
          <a:p>
            <a:pPr lvl="1"/>
            <a:r>
              <a:rPr lang="en-US" altLang="en-US" dirty="0">
                <a:solidFill>
                  <a:srgbClr val="CC0066"/>
                </a:solidFill>
              </a:rPr>
              <a:t>Availability</a:t>
            </a:r>
          </a:p>
          <a:p>
            <a:pPr lvl="2"/>
            <a:r>
              <a:rPr lang="en-US" altLang="en-US" dirty="0"/>
              <a:t>system still functions efficiently after security provisions are in place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38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5000" y="2057400"/>
            <a:ext cx="8763000" cy="3048000"/>
          </a:xfrm>
          <a:effectLst/>
        </p:spPr>
        <p:txBody>
          <a:bodyPr/>
          <a:lstStyle/>
          <a:p>
            <a:pPr marL="274320" lvl="1" indent="0">
              <a:buNone/>
            </a:pPr>
            <a:r>
              <a:rPr lang="en-US" dirty="0"/>
              <a:t>Confidentiality </a:t>
            </a:r>
          </a:p>
          <a:p>
            <a:pPr lvl="2">
              <a:buClr>
                <a:srgbClr val="E43029"/>
              </a:buClr>
            </a:pPr>
            <a:r>
              <a:rPr lang="en-US" dirty="0"/>
              <a:t>An employee should not know others’ salary (maybe)</a:t>
            </a:r>
          </a:p>
          <a:p>
            <a:pPr marL="274320" lvl="1" indent="0">
              <a:buNone/>
            </a:pPr>
            <a:r>
              <a:rPr lang="en-US" dirty="0"/>
              <a:t>Integrity </a:t>
            </a:r>
          </a:p>
          <a:p>
            <a:pPr lvl="2">
              <a:buClr>
                <a:srgbClr val="E43029"/>
              </a:buClr>
            </a:pPr>
            <a:r>
              <a:rPr lang="en-US" dirty="0"/>
              <a:t>An employee should not be able to modify his/her own salary</a:t>
            </a:r>
          </a:p>
          <a:p>
            <a:pPr marL="274320" lvl="1" indent="0">
              <a:buNone/>
            </a:pPr>
            <a:r>
              <a:rPr lang="en-US" dirty="0"/>
              <a:t>Availability </a:t>
            </a:r>
          </a:p>
          <a:p>
            <a:pPr lvl="2">
              <a:buClr>
                <a:srgbClr val="E43029"/>
              </a:buClr>
            </a:pPr>
            <a:r>
              <a:rPr lang="en-US" dirty="0"/>
              <a:t>Paychecks should be printed on time as stipulated by law</a:t>
            </a:r>
          </a:p>
        </p:txBody>
      </p:sp>
    </p:spTree>
    <p:extLst>
      <p:ext uri="{BB962C8B-B14F-4D97-AF65-F5344CB8AC3E}">
        <p14:creationId xmlns:p14="http://schemas.microsoft.com/office/powerpoint/2010/main" val="1977095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E3973E82-2F15-4A64-84A5-30123BB424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Attacks</a:t>
            </a:r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B8332562-AC62-49AD-A2DB-7E976184B8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Compromise systems in ways that affect services of information security</a:t>
            </a:r>
          </a:p>
          <a:p>
            <a:pPr lvl="1"/>
            <a:r>
              <a:rPr lang="en-US" altLang="en-US" dirty="0"/>
              <a:t>attack on confidentiality: </a:t>
            </a:r>
          </a:p>
          <a:p>
            <a:pPr lvl="2"/>
            <a:r>
              <a:rPr lang="en-US" altLang="en-US" dirty="0"/>
              <a:t>unauthorized disclosure of information</a:t>
            </a:r>
          </a:p>
          <a:p>
            <a:pPr lvl="1"/>
            <a:r>
              <a:rPr lang="en-US" altLang="en-US" dirty="0"/>
              <a:t>attack on integrity: </a:t>
            </a:r>
          </a:p>
          <a:p>
            <a:pPr lvl="2"/>
            <a:r>
              <a:rPr lang="en-US" altLang="en-US" dirty="0"/>
              <a:t>destruction or corruption of information</a:t>
            </a:r>
          </a:p>
          <a:p>
            <a:pPr lvl="1"/>
            <a:r>
              <a:rPr lang="en-US" altLang="en-US" dirty="0"/>
              <a:t>attack on availability: </a:t>
            </a:r>
          </a:p>
          <a:p>
            <a:pPr lvl="2"/>
            <a:r>
              <a:rPr lang="en-US" altLang="en-US" dirty="0"/>
              <a:t>disruption or denial of services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Threats</a:t>
            </a:r>
          </a:p>
        </p:txBody>
      </p:sp>
      <p:pic>
        <p:nvPicPr>
          <p:cNvPr id="4" name="Picture 3" descr="fig01-09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066800"/>
            <a:ext cx="5977128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0" y="1371600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93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for Achieving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11277600" cy="513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/>
              <a:t>Prevent</a:t>
            </a:r>
            <a:r>
              <a:rPr lang="en-US" dirty="0"/>
              <a:t> it, by blocking the attack or closing the vulnerability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b="1" i="1" dirty="0"/>
              <a:t>Deter</a:t>
            </a:r>
            <a:r>
              <a:rPr lang="en-US" dirty="0"/>
              <a:t> it, by making the attack harder but not impossible</a:t>
            </a:r>
          </a:p>
          <a:p>
            <a:pPr marL="0" indent="0">
              <a:buNone/>
            </a:pPr>
            <a:endParaRPr lang="en-US" sz="900" b="1" i="1" dirty="0"/>
          </a:p>
          <a:p>
            <a:pPr marL="0" indent="0">
              <a:buNone/>
            </a:pPr>
            <a:r>
              <a:rPr lang="en-US" b="1" i="1" dirty="0"/>
              <a:t>Deflect </a:t>
            </a:r>
            <a:r>
              <a:rPr lang="en-US" dirty="0"/>
              <a:t>it, by making another target more attractive (or this one less so)</a:t>
            </a:r>
          </a:p>
          <a:p>
            <a:pPr marL="0" indent="0">
              <a:buNone/>
            </a:pPr>
            <a:endParaRPr lang="en-US" sz="900" b="1" i="1" dirty="0"/>
          </a:p>
          <a:p>
            <a:pPr marL="0" indent="0">
              <a:buNone/>
            </a:pPr>
            <a:r>
              <a:rPr lang="en-US" b="1" i="1" dirty="0"/>
              <a:t>Mitigate</a:t>
            </a:r>
            <a:r>
              <a:rPr lang="en-US" dirty="0"/>
              <a:t> it, by making its impact less severe</a:t>
            </a:r>
          </a:p>
          <a:p>
            <a:pPr marL="0" indent="0">
              <a:buNone/>
            </a:pPr>
            <a:endParaRPr lang="en-US" sz="900" b="1" i="1" dirty="0"/>
          </a:p>
          <a:p>
            <a:pPr marL="0" indent="0">
              <a:buNone/>
            </a:pPr>
            <a:r>
              <a:rPr lang="en-US" b="1" i="1" dirty="0"/>
              <a:t>Detect</a:t>
            </a:r>
            <a:r>
              <a:rPr lang="en-US" dirty="0"/>
              <a:t> it, either as it happens or some time after the attack</a:t>
            </a:r>
          </a:p>
          <a:p>
            <a:pPr marL="0" indent="0">
              <a:buNone/>
            </a:pPr>
            <a:endParaRPr lang="en-US" sz="1100" b="1" i="1" dirty="0"/>
          </a:p>
          <a:p>
            <a:pPr marL="0" indent="0">
              <a:buNone/>
            </a:pPr>
            <a:r>
              <a:rPr lang="en-US" b="1" i="1" dirty="0"/>
              <a:t>Recover</a:t>
            </a:r>
            <a:r>
              <a:rPr lang="en-US" dirty="0"/>
              <a:t> from its effects</a:t>
            </a:r>
          </a:p>
        </p:txBody>
      </p:sp>
    </p:spTree>
    <p:extLst>
      <p:ext uri="{BB962C8B-B14F-4D97-AF65-F5344CB8AC3E}">
        <p14:creationId xmlns:p14="http://schemas.microsoft.com/office/powerpoint/2010/main" val="3203468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</a:t>
            </a:r>
          </a:p>
        </p:txBody>
      </p:sp>
      <p:pic>
        <p:nvPicPr>
          <p:cNvPr id="6" name="Content Placeholder 5" descr="fig01-06.eps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581400" y="2133600"/>
            <a:ext cx="6247905" cy="4572000"/>
          </a:xfrm>
        </p:spPr>
      </p:pic>
      <p:sp>
        <p:nvSpPr>
          <p:cNvPr id="5" name="TextBox 4"/>
          <p:cNvSpPr txBox="1"/>
          <p:nvPr/>
        </p:nvSpPr>
        <p:spPr>
          <a:xfrm>
            <a:off x="1676400" y="2317374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Person, process, or a program</a:t>
            </a: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3147312" y="2913844"/>
            <a:ext cx="389020" cy="4340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57570" y="2575273"/>
            <a:ext cx="1323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Item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5174" y="1608615"/>
            <a:ext cx="22423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kind of access such as read, write, or execute</a:t>
            </a: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H="1">
            <a:off x="7775012" y="2438400"/>
            <a:ext cx="640162" cy="6924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1"/>
          </p:cNvCxnSpPr>
          <p:nvPr/>
        </p:nvCxnSpPr>
        <p:spPr>
          <a:xfrm flipH="1">
            <a:off x="9919442" y="2855671"/>
            <a:ext cx="738128" cy="3384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3581400" y="3218853"/>
            <a:ext cx="768156" cy="53967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Subject (Who)</a:t>
            </a:r>
            <a:endParaRPr lang="en-CA" sz="1200"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5192240" y="2112793"/>
            <a:ext cx="2662516" cy="53967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Policy:</a:t>
            </a:r>
          </a:p>
          <a:p>
            <a:pPr algn="ctr"/>
            <a:r>
              <a:rPr lang="en-US" sz="1200" b="1" dirty="0" err="1"/>
              <a:t>Who+What+How</a:t>
            </a:r>
            <a:r>
              <a:rPr lang="en-US" sz="1200" b="1" dirty="0"/>
              <a:t>=Yes/No</a:t>
            </a:r>
            <a:endParaRPr lang="en-CA" sz="1200" b="1" dirty="0"/>
          </a:p>
        </p:txBody>
      </p:sp>
      <p:sp>
        <p:nvSpPr>
          <p:cNvPr id="13" name="Rounded Rectangle 12"/>
          <p:cNvSpPr/>
          <p:nvPr/>
        </p:nvSpPr>
        <p:spPr>
          <a:xfrm>
            <a:off x="6223424" y="2990948"/>
            <a:ext cx="1551588" cy="53967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Mode of Access (How)</a:t>
            </a:r>
            <a:endParaRPr lang="en-CA" sz="1200" b="1" dirty="0"/>
          </a:p>
        </p:txBody>
      </p:sp>
      <p:sp>
        <p:nvSpPr>
          <p:cNvPr id="15" name="Rounded Rectangle 14"/>
          <p:cNvSpPr/>
          <p:nvPr/>
        </p:nvSpPr>
        <p:spPr>
          <a:xfrm>
            <a:off x="9036611" y="2784645"/>
            <a:ext cx="837761" cy="53967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Object (What)</a:t>
            </a:r>
            <a:endParaRPr lang="en-CA" sz="12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D3A2F5-4D9E-4106-A69A-479273682EB5}"/>
              </a:ext>
            </a:extLst>
          </p:cNvPr>
          <p:cNvSpPr/>
          <p:nvPr/>
        </p:nvSpPr>
        <p:spPr>
          <a:xfrm>
            <a:off x="301256" y="867774"/>
            <a:ext cx="747375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Prevention is establishment of policy and access control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who: identification, authentication, authorization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what: granted on “need-to-know” basis</a:t>
            </a:r>
          </a:p>
        </p:txBody>
      </p:sp>
    </p:spTree>
    <p:extLst>
      <p:ext uri="{BB962C8B-B14F-4D97-AF65-F5344CB8AC3E}">
        <p14:creationId xmlns:p14="http://schemas.microsoft.com/office/powerpoint/2010/main" val="800710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9AFEFA33-0C0A-4A74-8302-F8FE40AC7B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Detection</a:t>
            </a:r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75701E9A-2071-44EC-B3B1-E1AC1BD37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333333"/>
                </a:solidFill>
              </a:rPr>
              <a:t>Determine that either an attack is underway or has occurred and report it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Real-time monitoring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or, as close as possible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333333"/>
                </a:solidFill>
              </a:rPr>
              <a:t>monitor attacks to provide data about their nature, severity, and results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Intrusion verification and notification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intrusion detection systems (IDS)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333333"/>
                </a:solidFill>
              </a:rPr>
              <a:t>typical detection systems monitor various aspects of the system, looking for actions or information indicating an attack 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rgbClr val="333333"/>
                </a:solidFill>
              </a:rPr>
              <a:t>example: denial of access to a system when user repeatedly enters incorrect password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C0ED2993-35B7-495E-81E0-8AACE4D765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Response</a:t>
            </a:r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55603763-F5D3-46A8-8ADD-CB273D6171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3333"/>
                </a:solidFill>
              </a:rPr>
              <a:t>Stop an attack </a:t>
            </a:r>
          </a:p>
          <a:p>
            <a:pPr lvl="1"/>
            <a:r>
              <a:rPr lang="en-US" altLang="en-US" dirty="0"/>
              <a:t>must be timely!</a:t>
            </a:r>
          </a:p>
          <a:p>
            <a:pPr lvl="2"/>
            <a:r>
              <a:rPr lang="en-US" altLang="en-US" dirty="0"/>
              <a:t>incident response plan developed in advance</a:t>
            </a:r>
            <a:endParaRPr lang="en-US" altLang="en-US" dirty="0">
              <a:solidFill>
                <a:srgbClr val="333333"/>
              </a:solidFill>
            </a:endParaRPr>
          </a:p>
          <a:p>
            <a:r>
              <a:rPr lang="en-US" altLang="en-US" dirty="0">
                <a:solidFill>
                  <a:srgbClr val="333333"/>
                </a:solidFill>
              </a:rPr>
              <a:t>Assess and repair any damage </a:t>
            </a:r>
          </a:p>
          <a:p>
            <a:r>
              <a:rPr lang="en-US" altLang="en-US" dirty="0"/>
              <a:t>Resumption of correct operation</a:t>
            </a:r>
          </a:p>
          <a:p>
            <a:r>
              <a:rPr lang="en-US" altLang="en-US" dirty="0"/>
              <a:t>Evidence collection and preservation</a:t>
            </a:r>
          </a:p>
          <a:p>
            <a:pPr lvl="1"/>
            <a:r>
              <a:rPr lang="en-US" altLang="en-US" dirty="0"/>
              <a:t>very important </a:t>
            </a:r>
          </a:p>
          <a:p>
            <a:pPr lvl="2"/>
            <a:r>
              <a:rPr lang="en-US" altLang="en-US" dirty="0"/>
              <a:t>identifies vulnerabilities</a:t>
            </a:r>
          </a:p>
          <a:p>
            <a:pPr lvl="2"/>
            <a:r>
              <a:rPr lang="en-US" altLang="en-US" dirty="0"/>
              <a:t>strengthens future security measures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Controls/Countermeasures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11887200" cy="4312445"/>
          </a:xfrm>
        </p:spPr>
        <p:txBody>
          <a:bodyPr>
            <a:normAutofit/>
          </a:bodyPr>
          <a:lstStyle/>
          <a:p>
            <a:r>
              <a:rPr lang="en-US" dirty="0"/>
              <a:t>We can group controls into three largely independent classes. 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r>
              <a:rPr lang="en-US" dirty="0"/>
              <a:t>The following list shows the classes and several examples of each type of control. </a:t>
            </a:r>
          </a:p>
          <a:p>
            <a:pPr marL="0" indent="0">
              <a:buNone/>
            </a:pPr>
            <a:endParaRPr lang="en-US" sz="1000" dirty="0"/>
          </a:p>
          <a:p>
            <a:pPr lvl="1">
              <a:buClr>
                <a:srgbClr val="E43029"/>
              </a:buClr>
              <a:buFont typeface="Arial" panose="020B0604020202020204" pitchFamily="34" charset="0"/>
              <a:buChar char="•"/>
            </a:pPr>
            <a:r>
              <a:rPr lang="en-US" b="1" i="1" dirty="0"/>
              <a:t>Physical controls </a:t>
            </a:r>
            <a:r>
              <a:rPr lang="en-US" dirty="0"/>
              <a:t>stop or block an attack by using something tangible too, such as walls and fences </a:t>
            </a:r>
          </a:p>
          <a:p>
            <a:pPr lvl="1">
              <a:buClr>
                <a:srgbClr val="E43029"/>
              </a:buClr>
              <a:buFont typeface="Arial" panose="020B0604020202020204" pitchFamily="34" charset="0"/>
              <a:buChar char="•"/>
            </a:pPr>
            <a:r>
              <a:rPr lang="en-US" b="1" i="1" dirty="0"/>
              <a:t>Procedural or administrative </a:t>
            </a:r>
            <a:r>
              <a:rPr lang="en-US" dirty="0"/>
              <a:t>controls use a command or agreement </a:t>
            </a:r>
          </a:p>
          <a:p>
            <a:pPr lvl="1">
              <a:buClr>
                <a:srgbClr val="E43029"/>
              </a:buClr>
              <a:buFont typeface="Arial" panose="020B0604020202020204" pitchFamily="34" charset="0"/>
              <a:buChar char="•"/>
            </a:pPr>
            <a:r>
              <a:rPr lang="en-US" b="1" i="1" dirty="0"/>
              <a:t>Technical controls </a:t>
            </a:r>
            <a:r>
              <a:rPr lang="en-US" dirty="0"/>
              <a:t>counter threats with technology (hardware or software)</a:t>
            </a:r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1028700" y="6096000"/>
            <a:ext cx="10134600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</a:rPr>
              <a:t>From 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</a:rPr>
              <a:t>Security in Computing, Fifth Edition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</a:rPr>
              <a:t>, by Charles P.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</a:rPr>
              <a:t>Pfleeger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</a:rPr>
              <a:t>, et al. (ISBN: 9780134085043). Copyright 2015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01900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69613-C4E9-4448-AB9C-4D735484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control categories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E08BCF-0C09-4BA0-909E-84F54E1473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6950" y="2053431"/>
            <a:ext cx="765810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617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Controls/Countermeasures</a:t>
            </a:r>
          </a:p>
        </p:txBody>
      </p:sp>
      <p:pic>
        <p:nvPicPr>
          <p:cNvPr id="4" name="Picture 3" descr="fig01-13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914400"/>
            <a:ext cx="6173409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0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Vulnerabilities are weaknesses in a system; threats exploit those weaknesses; controls protect those weaknesses from exploitation</a:t>
            </a:r>
          </a:p>
          <a:p>
            <a:r>
              <a:rPr lang="en-US" dirty="0"/>
              <a:t>Confidentiality, integrity, and availability are the three basic security primitives</a:t>
            </a:r>
          </a:p>
          <a:p>
            <a:r>
              <a:rPr lang="en-US" dirty="0"/>
              <a:t>Different controls address different threats; controls come in many flavors and can exist at various points in the system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Summary</a:t>
            </a:r>
          </a:p>
        </p:txBody>
      </p:sp>
    </p:spTree>
    <p:extLst>
      <p:ext uri="{BB962C8B-B14F-4D97-AF65-F5344CB8AC3E}">
        <p14:creationId xmlns:p14="http://schemas.microsoft.com/office/powerpoint/2010/main" val="9700226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THEME_BG_IMAGE" val=""/>
  <p:tag name="MMPROD_TAG_VCONFIG" val="PD94bWwgdmVyc2lvbj0iMS4wIiBlbmNvZGluZz0iVVRGLTgiPz4NCjxjb25maWd1cmF0aW9uPg0KCTxicmFuZGluZz4NCgkJPHVpZm9udCBuYW1lPSJGT05UX05PVEVTX1RFWFQiIHZhbHVlPSJWZXJkYW5hLDksZmFsc2UsZmFsc2UsZmFsc2UiLz4NCgk8L2JyYW5kaW5nPg0KCTxjb2xvcnM+DQoJCTx1aWNvbG9yIG5hbWU9InByaW1hcnkiIHZhbHVlPSIweDZGODQ4OCIvPg0KCQk8dWljb2xvciBuYW1lPSJnbG93IiB2YWx1ZT0iMHgzNUQzMzQiLz4NCgkJPHVpY29sb3IgbmFtZT0idGV4dCIgdmFsdWU9IjB4RkZGRkZGIi8+DQoJCTx1aWNvbG9yIG5hbWU9ImxpZ2h0IiB2YWx1ZT0iMHg0RTVENjAiLz4NCgkJPHVpY29sb3IgbmFtZT0ic2hhZG93IiB2YWx1ZT0iMHgwMDAwMDAiLz4NCgkJPHVpY29sb3IgbmFtZT0iYmFja2dyb3VuZCIgdmFsdWU9IjB4NzI3OTcxIi8+DQoJPC9jb2xvcnM+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dHJ1ZSIvPg0KCQk8dWlzaG93IG5hbWU9InByZXNlbnRlcmJpbyIgdmFsdWU9InRydWUiLz4NCgkJPHVpc2hvdyBuYW1lPSJjb21wYW55bG9nbyIgdmFsdWU9InRydWUiLz4NCgkJPHVpc2hvdyBuYW1lPSJzaWRlYmFyIiB2YWx1ZT0idHJ1ZSIvPg0KCQk8dWlzaG93IG5hbWU9Im91dGxpbmUiIHZhbHVlPSJ0cnVlIi8+DQoJCTx1aXNob3cgbmFtZT0idGh1bWJuYWlsIiB2YWx1ZT0idHJ1ZSIvPg0KCQk8dWlzaG93IG5hbWU9Im5vdGVzIiB2YWx1ZT0idHJ1ZSIvPg0KCQk8dWlzaG93IG5hbWU9InNlYXJjaCIgdmFsdWU9InRydWUiLz4NCgkJPHVpc2hvdyBuYW1lPSJxdWl6IiB2YWx1ZT0idHJ1ZSIvPg0KCQk8dWlzaG93IG5hbWU9ImF0dGFjaG1lbnRzIiB2YWx1ZT0idHJ1ZSIvPg0KCQk8dWlzaG93IG5hbWU9InV0aWxzIiB2YWx1ZT0idHJ1ZSIvPg0KCQk8dWlzaG93IG5hbWU9InZvbHVtZSIgdmFsdWU9InRydWUiLz4NCgkJPHVpc2hvdyBuYW1lPSJwbGF5YmFyIiB2YWx1ZT0idHJ1ZSIvPg0KCQk8dWlzaG93IG5hbWU9InRhbGtpbmdoZWFkIiB2YWx1ZT0idHJ1ZSIvPg0KCQk8dWlzaG93IG5hbWU9InNpZGViYXJvbnJpZ2h0IiB2YWx1ZT0idHJ1ZSIvPg0KCQk8dWlzaG93IG5hbWU9InZpZXdjaGFuZ2UiIHZhbHVlPSJ0cnVlIi8+DQoJCTx1aXNob3cgbmFtZT0iYWx3YXlzU2NydW5jaCIgdmFsdWU9ImZhbHNlIi8+DQoJCTx1aXNob3cgbmFtZT0iaW5pdGlhbGRpc3BsYXltb2RlaXNub3JtYWwiIHZhbHVlPSJ0cnVlIi8+DQoJCTx1aXJlcGxhY2UgbmFtZT0ibG9nbyIgdmFsdWU9IiIvPg0KCQk8dWlyZXBsYWNlIG5hbWU9ImJnaW1hZ2UiIHZhbHVlPSIiLz4NCgkJPHVpcmVwbGFjZSBuYW1lPSJpbml0aWFsdGFiIiB2YWx1ZT0ib3V0bGluZSIvPg0KCTwvbGF5b3V0Pg0KCTxsYW5ndWFnZSBpZD0iZW4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whLS1xdWl6IHBvZCBhbmQgbWVzc2FnZSBib3ggdGV4dHMtLT4NCgkJPHVpdGV4dCBuYW1lPSJRVUlaUE9EX1FVSVpfQVRURU1QVCIgdmFsdWU9IlF1aXogQXR0ZW1wdDoiLz4NCgkJPHVpdGV4dCBuYW1lPSJRVUlaUE9EX1FVSVpfQVRURU1QVF9WQUxVRSIgdmFsdWU9IiVuIG9mICV0Ii8+DQoJCTx1aXRleHQgbmFtZT0iUVVJWlBPRF9RVUlaX1NDT1JFIiB2YWx1ZT0iU2NvcmVkOiIvPg0KCQk8dWl0ZXh0IG5hbWU9IlFVSVpQT0RfUVVJWl9QQVNTU0NPUkUiIHZhbHVlPSJQYXNzaW5nIFNjb3JlOiIvPg0KCQk8dWl0ZXh0IG5hbWU9IlFVSVpQT0RfUVVJWl9NQVhTQ09SRSIgdmFsdWU9Ik1heCBTY29yZToiLz4NCgkJPHVpdGV4dCBuYW1lPSJRVUlaUE9EX1FVRVNBVE1QVF9TVFIiIHZhbHVlPSJBdHRlbXB0OiAlbiBvZiAldCIvPg0KCQk8dWl0ZXh0IG5hbWU9IlFVSVpQT0RfUVVFU1RZUEVfU1RSIiB2YWx1ZT0iVHlwZTogJXMiLz4NCgkJPHVpdGV4dCBuYW1lPSJRVUlaUE9EX1FVRVNUWVBFX0dSRCIgdmFsdWU9IkdyYWRlZCIvPg0KCQk8dWl0ZXh0IG5hbWU9IlFVSVpQT0RfUVVFU1RZUEVfU1ZZIiB2YWx1ZT0iU3VydmV5Ii8+DQoJCTx1aXRleHQgbmFtZT0iUVVJWlBPRF9RVUlaQVRNUFRfSU5GIiB2YWx1ZT0iSW5maW5pdGUiLz4NCgkJPHVpdGV4dCBuYW1lPSJRVUlaUE9EX1FVRVNBVE1QVF9JTkYiIHZhbHVlPSJJbmZpbml0ZSIvPg0KCQk8dWl0ZXh0IG5hbWU9IldBUk5JTkdNU0dfWUVTU1RSSU5HIiB2YWx1ZT0iWWVzIi8+DQoJCTx1aXRleHQgbmFtZT0iV0FSTklOR01TR19OT1NUUklORyIgdmFsdWU9Ik5vIi8+DQoJCTx1aXRleHQgbmFtZT0iV0FSTklOR01TR19USVRMRVNUUklORyIgdmFsdWU9IlF1aXogTmF2aWdhdGlvbiBXYXJuaW5nIi8+DQoJCTx1aXRleHQgbmFtZT0iV0FSTklOR01TR19NU0dTVFJJTkciIHZhbHVlPSJUaGVyZSBhcmUgdW4tYXR0ZW1wdGVkIHF1ZXN0aW9ucyBpbiB0aGlzIFF1aXouJiN4QTsmI3hBO0NsaWNraW5nIFllcyB3aWxsIHRha2UgeW91IG91dCBvZiB0aGUgUXVpei4gQ2xpY2sgTm8gdG8gY29udGludWUgdGhlIFF1aXouIi8+DQoJCTx1aXRleHQgbmFtZT0iSU5GT1JNQVRJT05fSDI2NF9GTEFTSFBMQVlFUiIgdmFsdWU9IlRoZSBjdXJyZW50IHZlcnNpb24gb2YgRmxhc2ggUGxheWVyIGluc3RhbGxlZCBvbiB5b3VyIG1hY2hpbmUgZG9lcyBub3Qgc3VwcG9ydCB0aGlzIHZpZGVvLiBDbGljayBvbiB0aGUgdmlkZW8gYXJlYSB0byBkb3dubG9hZCB0aGUgbGF0ZXN0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U2hvdyBzaWRlYmFyIHRvIHBhcnRpY2lwYW50cyIvPg0KCQk8dWl0ZXh0IG5hbWU9Ik1VVEUiIHZhbHVlPSJNdXRlIi8+DQoJCTx1aXRleHQgbmFtZT0iRE9DV1JBUF9USVRMRSIgdmFsdWU9IlByZXNlbnRlciBGaWxlIEF0dGFjaG1lbnQiLz4NCgkJPHVpdGV4dCBuYW1lPSJET0NXUkFQX01TRyIgdmFsdWU9IlNhdmUgdG8gTXkgQ29tcHV0ZXIiLz4NCgkJPHVpdGV4dCBuYW1lPSJET0NXUkFQX1BST01QVCIgdmFsdWU9IkNsaWNrIHRvIERvd25sb2FkIi8+DQoJPC9sYW5ndWFnZT4NCgk8bGFuZ3VhZ2UgaWQ9ImRl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ZvbGllICVuIi8+DQoJCTwhLS0gc3Vic3RpdHV0aW9uOiAlbiA9PSBzbGlkZSBudW1iZXIgLS0+DQoJCTwhLS0gc3Vic3RpdHV0aW9uOiAldCA9PSB0b3RhbCBzbGlkZSBjb3VudCAtLT4NCgkJPHVpdGV4dCBuYW1lPSJTQ1JVQkJBUlNUQVRVU19TTElERUlORk8iIHZhbHVlPSJGb2xpZSAlbiAvICV0IHwgIi8+DQoJCTx1aXRleHQgbmFtZT0iU0NSVUJCQVJTVEFUVVNfU1RPUFBFRCIgdmFsdWU9IkJlZW5kZXQiLz4NCgkJPHVpdGV4dCBuYW1lPSJTQ1JVQkJBUlNUQVRVU19QTEFZSU5HIiB2YWx1ZT0iV2llZGVyZ2FiZSIvPg0KCQk8dWl0ZXh0IG5hbWU9IlNDUlVCQkFSU1RBVFVTX05PQVVESU8iIHZhbHVlPSJLZWluIEF1ZGlvIi8+DQoJCTx1aXRleHQgbmFtZT0iU0NSVUJCQVJTVEFUVVNfVklEUExBWUlORyIgdmFsdWU9IlZpZGVvIHdpcmQgYWJnZXNwaWVsdCIvPg0KCQk8dWl0ZXh0IG5hbWU9IlNDUlVCQkFSU1RBVFVTX0xPQURJTkciIHZhbHVlPSJMYWRlbiIvPg0KCQk8dWl0ZXh0IG5hbWU9IlNDUlVCQkFSU1RBVFVTX0JVRkZFUklORyIgdmFsdWU9IlB1ZmZlcm4iLz4NCgkJPHVpdGV4dCBuYW1lPSJTQ1JVQkJBUlNUQVRVU19RVUVTVElPTiIgdmFsdWU9IkZyYWdlIGJlYW50d29ydGVuIi8+DQoJCTx1aXRleHQgbmFtZT0iU0NSVUJCQVJTVEFUVVNfUkVWSUVXUVVJWiIgdmFsdWU9Ik5vY2htYWxzIGR1cmNoc2VoZW4iLz4NCgkJPCEtLSBzdWJzdGl0dXRpb246ICVtID09IG1pbnV0ZXMgcmVtYWluaW5nIC0tPg0KCQk8IS0tIHN1YnN0aXR1dGlvbjogJXMgPT0gc2Vjb25kcyByZW1haW5pbmcgLS0+DQoJCTx1aXRleHQgbmFtZT0iRUxBUFNFRCIgdmFsdWU9IlJlc3RkYXVlcjogJW0gTWludXRlbiAlcyBTZWt1bmRlbiIvPg0KCQk8dWl0ZXh0IG5hbWU9Ik5PVEZPVU5EIiB2YWx1ZT0iTmljaHRzIGdlZnVuZGVuIi8+DQoJCTx1aXRleHQgbmFtZT0iQVRUQUNITUVOVFMiIHZhbHVlPSJBbmxhZ2VuIi8+DQoJCTwhLS0gc3Vic3RpdHV0aW9uOiAlcCA9PSBjdXJyZW50IHNwZWFrZXIncyB0aXRsZSAtLT4NCgkJPHVpdGV4dCBuYW1lPSJCSU9XSU5fVElUTEUiIHZhbHVlPSJTcHJlY2hlcjogJXAiLz4NCgkJPHVpdGV4dCBuYW1lPSJCSU9CVE5fVElUTEUiIHZhbHVlPSJTcHJlY2hlciIvPg0KCQk8dWl0ZXh0IG5hbWU9IkRJVklERVJCVE5fVElUTEUiIHZhbHVlPSJ8Ii8+DQoJCTx1aXRleHQgbmFtZT0iQ09OVEFDVEJUTl9USVRMRSIgdmFsdWU9IktvbnRha3QiLz4NCgkJPHVpdGV4dCBuYW1lPSJUQUJfUVVJWiIgdmFsdWU9IlF1aXoiLz4NCgkJPHVpdGV4dCBuYW1lPSJUQUJfT1VUTElORSIgdmFsdWU9IlN0cnVrdHVyIi8+DQoJCTx1aXRleHQgbmFtZT0iVEFCX1RIVU1CIiB2YWx1ZT0iTWluaWF0dXIiLz4NCgkJPHVpdGV4dCBuYW1lPSJUQUJfTk9URVMiIHZhbHVlPSJOb3RpemVuIi8+DQoJCTx1aXRleHQgbmFtZT0iVEFCX1NFQVJDSCIgdmFsdWU9IlN1Y2hlbiIvPg0KCQk8dWl0ZXh0IG5hbWU9IlNMSURFX0hFQURJTkciIHZhbHVlPSJGb2xpZW50aXRlbCIvPg0KCQk8dWl0ZXh0IG5hbWU9IkRVUkFUSU9OX0hFQURJTkciIHZhbHVlPSJEYXVlciIvPg0KCQk8dWl0ZXh0IG5hbWU9IlNFQVJDSF9IRUFESU5HIiB2YWx1ZT0iVGV4dCBzdWNoZW46Ii8+DQoJCTx1aXRleHQgbmFtZT0iVEhVTUJfSEVBRElORyIgdmFsdWU9IkZvbGllIi8+DQoJCTx1aXRleHQgbmFtZT0iVEhVTUJfSU5GTyIgdmFsdWU9IkZvbGllbnRpdGVsL0RhdWVyIi8+DQoJCTx1aXRleHQgbmFtZT0iQVRUQUNITkFNRV9IRUFESU5HIiB2YWx1ZT0iRGF0ZWluYW1lIi8+DQoJCTx1aXRleHQgbmFtZT0iQVRUQUNIU0laRV9IRUFESU5HIiB2YWx1ZT0iR3LDtsOfZSIvPg0KCQk8dWl0ZXh0IG5hbWU9IlNMSURFX05PVEVTIiB2YWx1ZT0iRm9saWVubm90aXplbiIvPg0KCQk8IS0tcXVpeiBwb2QgYW5kIG1lc3NhZ2UgYm94IHRleHRzLS0+DQoJCTx1aXRleHQgbmFtZT0iUVVJWlBPRF9RVUlaX0FUVEVNUFQiIHZhbHVlPSJRdWl6dmVyc3VjaDoiLz4NCgkJPHVpdGV4dCBuYW1lPSJRVUlaUE9EX1FVSVpfQVRURU1QVF9WQUxVRSIgdmFsdWU9IiVuIHZvbiAldCIvPg0KCQk8dWl0ZXh0IG5hbWU9IlFVSVpQT0RfUVVJWl9TQ09SRSIgdmFsdWU9IkVycmVpY2h0OiIvPg0KCQk8dWl0ZXh0IG5hbWU9IlFVSVpQT0RfUVVJWl9QQVNTU0NPUkUiIHZhbHVlPSJNaW5kZXN0cHVua3R6YWhsOiIvPg0KCQk8dWl0ZXh0IG5hbWU9IlFVSVpQT0RfUVVJWl9NQVhTQ09SRSIgdmFsdWU9Ik1heGltYWxlIFB1bmt0emFobDoiLz4NCgkJPHVpdGV4dCBuYW1lPSJRVUlaUE9EX1FVRVNBVE1QVF9TVFIiIHZhbHVlPSJWZXJzdWNoOiAlbiB2b24gJXQiLz4NCgkJPHVpdGV4dCBuYW1lPSJRVUlaUE9EX1FVRVNUWVBFX1NUUiIgdmFsdWU9IlR5cDogJXMiLz4NCgkJPHVpdGV4dCBuYW1lPSJRVUlaUE9EX1FVRVNUWVBFX0dSRCIgdmFsdWU9IkJld2VydGV0Ii8+DQoJCTx1aXRleHQgbmFtZT0iUVVJWlBPRF9RVUVTVFlQRV9TVlkiIHZhbHVlPSJVbWZyYWdlIi8+DQoJCTx1aXRleHQgbmFtZT0iUVVJWlBPRF9RVUlaQVRNUFRfSU5GIiB2YWx1ZT0iVW5lbmRsaWNoIi8+DQoJCTx1aXRleHQgbmFtZT0iUVVJWlBPRF9RVUVTQVRNUFRfSU5GIiB2YWx1ZT0iVW5lbmRsaWNoIi8+DQoJCTx1aXRleHQgbmFtZT0iV0FSTklOR01TR19ZRVNTVFJJTkciIHZhbHVlPSJKYSIvPg0KCQk8dWl0ZXh0IG5hbWU9IldBUk5JTkdNU0dfTk9TVFJJTkciIHZhbHVlPSJOZWluIi8+DQoJCTx1aXRleHQgbmFtZT0iV0FSTklOR01TR19USVRMRVNUUklORyIgdmFsdWU9IlF1aXpuYXZpZ2F0aW9uc3dhcm51bmciLz4NCgkJPHVpdGV4dCBuYW1lPSJXQVJOSU5HTVNHX01TR1NUUklORyIgdmFsdWU9IkluIGRpZXNlbSBRdWl6IGdpYnQgZXMgdW5iZWFudHdvcnRldGUgRnJhZ2VuLiYjeEE7JiN4QTtXZW5uIFNpZSBhdWYgJnF1b3Q7SmEmcXVvdDsga2xpY2tlbiwgd2lyZCBkYXMgUXVpeiBiZWVuZGV0LiBLbGlja2VuIFNpZSBhdWYgJnF1b3Q7TmVpbiZxdW90OywgdW0gbWl0IGRlbSBRdWl6IGZvcnR6dWZhaHJlbi4iLz4NCgkJPHVpdGV4dCBuYW1lPSJJTkZPUk1BVElPTl9IMjY0X0ZMQVNIUExBWUVSIiB2YWx1ZT0iRGFzIFZpZGVvIHdpcmQgdm9uIGRlciBtb21lbnRhbiBhdWYgZGllc2VtIENvbXB1dGVyIGluc3RhbGxpZXJ0ZW4gVmVyc2lvbiB2b24gRmxhc2ggUGxheWVyIG5pY2h0IHVudGVyc3TDvHR6dC4gS2xpY2tlbiBTaWUgYXVmIGRlbiBWaWRlb2JlcmVpY2gsIHVtIGRpZSBha3R1ZWxsZSBWZXJzaW9uIHZvbiBGbGFzaCBQbGF5ZXIgaGVydW50ZXJ6dWx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EZW4gVGVpbG5laG1lcm4gZGllIFNlaXRlbmxlaXN0ZSBhbnplaWdlbiIvPg0KCQk8dWl0ZXh0IG5hbWU9Ik1VVEUiIHZhbHVlPSJUb24gY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uOCueODqeOCpOODiSA6ICVuIi8+DQoJCTwhLS0gc3Vic3RpdHV0aW9uOiAlbiA9PSBzbGlkZSBudW1iZXIgLS0+DQoJCTwhLS0gc3Vic3RpdHV0aW9uOiAldCA9PSB0b3RhbCBzbGlkZSBjb3VudCAtLT4NCgkJPHVpdGV4dCBuYW1lPSJTQ1JVQkJBUlNUQVRVU19TTElERUlORk8iIHZhbHVlPSLjgrnjg6njgqTjg4kgOiAlbiAvICV0IHwgIi8+DQoJCTx1aXRleHQgbmFtZT0iU0NSVUJCQVJTVEFUVVNfU1RPUFBFRCIgdmFsdWU9IuWBnOatoiIvPg0KCQk8dWl0ZXh0IG5hbWU9IlNDUlVCQkFSU1RBVFVTX1BMQVlJTkciIHZhbHVlPSLlho3nlJ/kuK0iLz4NCgkJPHVpdGV4dCBuYW1lPSJTQ1JVQkJBUlNUQVRVU19OT0FVRElPIiB2YWx1ZT0i6Z+z5aOw44Gq44GXIi8+DQoJCTx1aXRleHQgbmFtZT0iU0NSVUJCQVJTVEFUVVNfVklEUExBWUlORyIgdmFsdWU9IuODk+ODh+OCquWGjeeUn+S4rSIvPg0KCQk8dWl0ZXh0IG5hbWU9IlNDUlVCQkFSU1RBVFVTX0xPQURJTkciIHZhbHVlPSLjg63jg7zjg4nkuK0iLz4NCgkJPHVpdGV4dCBuYW1lPSJTQ1JVQkJBUlNUQVRVU19CVUZGRVJJTkciIHZhbHVlPSLjg5Djg4Pjg5XjgqHkuK0iLz4NCgkJPHVpdGV4dCBuYW1lPSJTQ1JVQkJBUlNUQVRVU19RVUVTVElPTiIgdmFsdWU9IuizquWVj+OBq+etlOOBiOOBpuS4i+OBleOBhCIvPg0KCQk8dWl0ZXh0IG5hbWU9IlNDUlVCQkFSU1RBVFVTX1JFVklFV1FVSVoiIHZhbHVlPSLjgq/jgqTjgrrjgpLjg6zjg5Pjg6Xjg7zjgZfjgabjgYTjgb7jgZkiLz4NCgkJPCEtLSBzdWJzdGl0dXRpb246ICVtID09IG1pbnV0ZXMgcmVtYWluaW5nIC0tPg0KCQk8IS0tIHN1YnN0aXR1dGlvbjogJXMgPT0gc2Vjb25kcyByZW1haW5pbmcgLS0+DQoJCTx1aXRleHQgbmFtZT0iRUxBUFNFRCIgdmFsdWU9Iuaui+OCiiA6ICVtIOWIhiAlcyDnp5IiLz4NCgkJPHVpdGV4dCBuYW1lPSJOT1RGT1VORCIgdmFsdWU9IuS9leOCguimi+OBpOOBi+OCiuOBvuOBm+OCkyIvPg0KCQk8dWl0ZXh0IG5hbWU9IkFUVEFDSE1FTlRTIiB2YWx1ZT0i5re75LuYIi8+DQoJCTwhLS0gc3Vic3RpdHV0aW9uOiAlcCA9PSBjdXJyZW50IHNwZWFrZXIncyB0aXRsZSAtLT4NCgkJPHVpdGV4dCBuYW1lPSJCSU9XSU5fVElUTEUiIHZhbHVlPSLntYzmrbQgOiAlcCIvPg0KCQk8dWl0ZXh0IG5hbWU9IkJJT0JUTl9USVRMRSIgdmFsdWU9Iue1jOattCIvPg0KCQk8dWl0ZXh0IG5hbWU9IkRJVklERVJCVE5fVElUTEUiIHZhbHVlPSJ8Ii8+DQoJCTx1aXRleHQgbmFtZT0iQ09OVEFDVEJUTl9USVRMRSIgdmFsdWU9IuOBiuWVj+OBhOWQiOOCj+OBmyIvPg0KCQk8dWl0ZXh0IG5hbWU9IlRBQl9RVUlaIiB2YWx1ZT0i44Kv44Kk44K6Ii8+DQoJCTx1aXRleHQgbmFtZT0iVEFCX09VVExJTkUiIHZhbHVlPSLjgqLjgqbjg4jjg6njgqTjg7MiLz4NCgkJPHVpdGV4dCBuYW1lPSJUQUJfVEhVTUIiIHZhbHVlPSLjgrXjg6Djg43jg7zjg6siLz4NCgkJPHVpdGV4dCBuYW1lPSJUQUJfTk9URVMiIHZhbHVlPSLjg47jg7zjg4giLz4NCgkJPHVpdGV4dCBuYW1lPSJUQUJfU0VBUkNIIiB2YWx1ZT0i5qSc57SiIi8+DQoJCTx1aXRleHQgbmFtZT0iU0xJREVfSEVBRElORyIgdmFsdWU9IuOCueODqeOCpOODieOCv+OCpOODiOODqyIvPg0KCQk8dWl0ZXh0IG5hbWU9IkRVUkFUSU9OX0hFQURJTkciIHZhbHVlPSLplbfjgZUiLz4NCgkJPHVpdGV4dCBuYW1lPSJTRUFSQ0hfSEVBRElORyIgdmFsdWU9IuaknOe0ouOBmeOCi+ODhuOCreOCueODiCA6ICIvPg0KCQk8dWl0ZXh0IG5hbWU9IlRIVU1CX0hFQURJTkciIHZhbHVlPSLjgrnjg6njgqTjg4kiLz4NCgkJPHVpdGV4dCBuYW1lPSJUSFVNQl9JTkZPIiB2YWx1ZT0i44K544Op44Kk44OJ44K/44Kk44OI44OrIC8g6ZW344GVIi8+DQoJCTx1aXRleHQgbmFtZT0iQVRUQUNITkFNRV9IRUFESU5HIiB2YWx1ZT0i44OV44Kh44Kk44Or5ZCNIi8+DQoJCTx1aXRleHQgbmFtZT0iQVRUQUNIU0laRV9IRUFESU5HIiB2YWx1ZT0i44K144Kk44K6Ii8+DQoJCTx1aXRleHQgbmFtZT0iU0xJREVfTk9URVMiIHZhbHVlPSLjgrnjg6njgqTjg4njg47jg7zjg4giLz4NCgkJPCEtLXF1aXogcG9kIGFuZCBtZXNzYWdlIGJveCB0ZXh0cy0tPg0KCQk8dWl0ZXh0IG5hbWU9IlFVSVpQT0RfUVVJWl9BVFRFTVBUIiB2YWx1ZT0i44Kv44Kk44K66Kmm6KGM5Zue5pWwIDogIi8+DQoJCTx1aXRleHQgbmFtZT0iUVVJWlBPRF9RVUlaX0FUVEVNUFRfVkFMVUUiIHZhbHVlPSIlbiAvICV0Ii8+DQoJCTx1aXRleHQgbmFtZT0iUVVJWlBPRF9RVUlaX1NDT1JFIiB2YWx1ZT0i44K544Kz44KiIDogIi8+DQoJCTx1aXRleHQgbmFtZT0iUVVJWlBPRF9RVUlaX1BBU1NTQ09SRSIgdmFsdWU9IuWQiOagvOeCuSA6Ii8+DQoJCTx1aXRleHQgbmFtZT0iUVVJWlBPRF9RVUlaX01BWFNDT1JFIiB2YWx1ZT0i5pyA6auY5b6X54K5IDogIi8+DQoJCTx1aXRleHQgbmFtZT0iUVVJWlBPRF9RVUVTQVRNUFRfU1RSIiB2YWx1ZT0i6Kmm6KGM5Zue5pWwIDogJW4gLyAldCIvPg0KCQk8dWl0ZXh0IG5hbWU9IlFVSVpQT0RfUVVFU1RZUEVfU1RSIiB2YWx1ZT0i44K/44Kk44OXIDogJXMiLz4NCgkJPHVpdGV4dCBuYW1lPSJRVUlaUE9EX1FVRVNUWVBFX0dSRCIgdmFsdWU9IuipleS+oSIvPg0KCQk8dWl0ZXh0IG5hbWU9IlFVSVpQT0RfUVVFU1RZUEVfU1ZZIiB2YWx1ZT0i44Ki44Oz44Kx44O844OIIi8+DQoJCTx1aXRleHQgbmFtZT0iUVVJWlBPRF9RVUlaQVRNUFRfSU5GIiB2YWx1ZT0i54Sh5Yi26ZmQIi8+DQoJCTx1aXRleHQgbmFtZT0iUVVJWlBPRF9RVUVTQVRNUFRfSU5GIiB2YWx1ZT0i54Sh5Yi26ZmQIi8+DQoJCTx1aXRleHQgbmFtZT0iV0FSTklOR01TR19ZRVNTVFJJTkciIHZhbHVlPSLjga/jgYQiLz4NCgkJPHVpdGV4dCBuYW1lPSJXQVJOSU5HTVNHX05PU1RSSU5HIiB2YWx1ZT0i44GE44GE44GIIi8+DQoJCTx1aXRleHQgbmFtZT0iV0FSTklOR01TR19USVRMRVNUUklORyIgdmFsdWU9IuOCr+OCpOOCuuOBruODiuODk+OCsuODvOOCt+ODp+ODs+OBq+mWouOBmeOCi+itpuWRiiIvPg0KCQk8dWl0ZXh0IG5hbWU9IldBUk5JTkdNU0dfTVNHU1RSSU5HIiB2YWx1ZT0i44GT44Gu44Kv44Kk44K644Gr44Gv44CB44G+44Gg6Kej562U44GX44Gm44GE44Gq44GE6LOq5ZWP44GM44GC44KK44G+44GZ44CCJiN4QTsmI3hBOyDjgq/jgqTjgrrjgpLntYLkuobjgZnjgovjgavjga/jgIHjgIzjga/jgYTjgI3jgpLjgq/jg6rjg4Pjgq/jgZfjgb7jgZnjgILjgq/jgqTjgrrjgpLntprooYzjgZnjgovjgavjga/jgIHjgIzjgYTjgYTjgYjjgI3jgpLjgq/jg6rjg4Pjgq/jgZfjgb7jgZnjgIIiLz4NCgkJPHVpdGV4dCBuYW1lPSJJTkZPUk1BVElPTl9IMjY0X0ZMQVNIUExBWUVSIiB2YWx1ZT0i44GK5L2/44GE44Gu44Kz44Oz44OU44Ol44O844K/44Gr54++5Zyo44Kk44Oz44K544OI44O844Or44GV44KM44Gm44GE44KLIEZsYXNoIFBsYXllciDjga7jg5Djg7zjgrjjg6fjg7Pjga/jgIHjgZPjga7jg5Pjg4fjgqrjgpLjgrXjg53jg7zjg4jjgZfjgabjgYTjgb7jgZvjgpPjgILmnIDmlrDjga4gRmxhc2ggUGxheWVyIOOCkuODgOOCpuODs+ODreODvOODieOBmeOCi+OBq+OBr+OAgeODk+ODh+OCqumgmOWfn+OCkuOCr+ODquODg+OCr+OBl+OBpuOBj+OBoOOBleOBhOOAg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jgrXjgqTjg4njg5Djg7zjgpLlj4LliqDogIXjgavopovjgZvjgosiLz4NCgkJPHVpdGV4dCBuYW1lPSJNVVRFIiB2YWx1ZT0i44Of44Ol44O844OIIi8+DQoJCTx1aXRleHQgbmFtZT0iRE9DV1JBUF9USVRMRSIgdmFsdWU9IlByZXNlbnRlciDmt7vku5jjg5XjgqHjgqTjg6siLz4NCgkJPHVpdGV4dCBuYW1lPSJET0NXUkFQX01TRyIgdmFsdWU9IuODnuOCpOOCs+ODs+ODlOODpeODvOOCv+OBq+S/neWtmCIvPg0KCQk8dWl0ZXh0IG5hbWU9IkRPQ1dSQVBfUFJPTVBUIiB2YWx1ZT0i44Kv44Oq44OD44Kv44GX44Gm44OA44Km44Oz44Ot44O844OJIi8+DQoJPC9sYW5ndWFnZT4NCgk8bGFuZ3VhZ2UgaWQ9ImtvIj4NCgkJPCEtLSBmb3JtYXQgZm9yIHVpZm9udCB2YWx1ZSBpcyAiZm9udCxzaXplLGlzYm9sZCxpc2l0YWxpYyxpc3NoYWRvd2VkIiAtLT4NCgkJPHVpZm9udCBuYW1lPSJGT05UX1FVSVpaSU5HIiB2YWx1ZT0iVmVyZGFuYSw5LGZhbHNlLGZhbHNlLGZhbHNlIi8+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+DQoJCTx1aWZvbnQgbmFtZT0iRk9OVF9VVElMU01FTlUiIHZhbHVlPSJWZXJkYW5hLDksdHJ1ZSxmYWxzZSxmYWxzZSIvPg0KCQk8dWlmb250IG5hbWU9IkZPTlRfVEFCUyIgdmFsdWU9IlZlcmRhbmEsMTE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E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xMSxmYWxzZSxmYWxzZSx0cnVlIi8+DQoJCTx1aWZvbnQgbmFtZT0iRk9OVF9CSU9XSU4iIHZhbHVlPSJWZXJkYW5hLDExLGZhbHNlLGZhbHNlLGZhbHNlIi8+DQoJCTx1aWZvbnQgbmFtZT0iRk9OVF9MSVNUSEVBRElORyIgdmFsdWU9IlZlcmRhbmEsMTEsZmFsc2UsZmFsc2UsZmFsc2UiLz4NCgkJPHVpZm9udCBuYW1lPSJGT05UX1dJTlRJVExFIiB2YWx1ZT0iVmVyZGFuYSwxM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CEtLXF1aXogcG9kIGFuZCBtZXNzYWdlIGJveCB0ZXh0cy0tPg0KCQk8dWl0ZXh0IG5hbWU9IlFVSVpQT0RfUVVJWl9BVFRFTVBUIiB2YWx1ZT0i7YC07KaIIOyLnOuPhCDtmp/siJg6Ii8+DQoJCTx1aXRleHQgbmFtZT0iUVVJWlBPRF9RVUlaX0FUVEVNUFRfVkFMVUUiIHZhbHVlPSIlbi8ldCIvPg0KCQk8dWl0ZXh0IG5hbWU9IlFVSVpQT0RfUVVJWl9TQ09SRSIgdmFsdWU9IuuTneygkDoiLz4NCgkJPHVpdGV4dCBuYW1lPSJRVUlaUE9EX1FVSVpfUEFTU1NDT1JFIiB2YWx1ZT0i7Ya16rO8IOygkOyImDoiLz4NCgkJPHVpdGV4dCBuYW1lPSJRVUlaUE9EX1FVSVpfTUFYU0NPUkUiIHZhbHVlPSLstZzqs6Ag7KCQ7IiYOiIvPg0KCQk8dWl0ZXh0IG5hbWU9IlFVSVpQT0RfUVVFU0FUTVBUX1NUUiIgdmFsdWU9IuyLnOuPhCDtmp/siJg6ICVuLyV0Ii8+DQoJCTx1aXRleHQgbmFtZT0iUVVJWlBPRF9RVUVTVFlQRV9TVFIiIHZhbHVlPSLsnKDtmJU6ICVzIi8+DQoJCTx1aXRleHQgbmFtZT0iUVVJWlBPRF9RVUVTVFlQRV9HUkQiIHZhbHVlPSLsoJDsiJgg66ek6riw6riwIOyZhOujjCIvPg0KCQk8dWl0ZXh0IG5hbWU9IlFVSVpQT0RfUVVFU1RZUEVfU1ZZIiB2YWx1ZT0i7ISk66y4IOyhsOyCrCIvPg0KCQk8dWl0ZXh0IG5hbWU9IlFVSVpQT0RfUVVJWkFUTVBUX0lORiIgdmFsdWU9IuustO2VnCIvPg0KCQk8dWl0ZXh0IG5hbWU9IlFVSVpQT0RfUVVFU0FUTVBUX0lORiIgdmFsdWU9IuustO2VnCIvPg0KCQk8dWl0ZXh0IG5hbWU9IldBUk5JTkdNU0dfWUVTU1RSSU5HIiB2YWx1ZT0i7JiIIi8+DQoJCTx1aXRleHQgbmFtZT0iV0FSTklOR01TR19OT1NUUklORyIgdmFsdWU9IuyVhOuLiOyYpCIvPg0KCQk8dWl0ZXh0IG5hbWU9IldBUk5JTkdNU0dfVElUTEVTVFJJTkciIHZhbHVlPSLtgLTspogg64K067mE6rKM7J207IWYIOqyveqzoCIvPg0KCQk8dWl0ZXh0IG5hbWU9IldBUk5JTkdNU0dfTVNHU1RSSU5HIiB2YWx1ZT0i7J20IO2AtOymiOyXkOyEnCDsi5zrj4TtlZjsp4Ag7JWK7J2AIOyniOusuOydtCDsnojsirXri4jri6QuJiN4QTsmI3hBO+2AtOymiOulvCDsooXro4ztlZjroKTrqbQgW+yYiF3rpbwg7YG066at7ZWY6rOgLCDtgLTspojrpbwg6rOE7IaN7ZWY66Ck66m0IFvslYTri4jsmKRd66W8IO2BtOumre2VmOyLreyLnOyYpC4iLz4NCgkJPHVpdGV4dCBuYW1lPSJJTkZPUk1BVElPTl9IMjY0X0ZMQVNIUExBWUVSIiB2YWx1ZT0i7Iuc7Iqk7YWc7JeQIOyEpOy5mOuQmOyWtCDsnojripQg7ZiE7J6sIOuyhOyghOydmCBGbGFzaCBQbGF5ZXLripQg7J20IOu5hOuUlOyYpOulvCDsp4Dsm5DtlZjsp4Ag7JWK7Iq164uI64ukLiDstZzsi6AgRmxhc2ggUGxheWVy66W8IOuLpOyatOuhnOuTnO2VmOugpOuptCDruYTrlJTsmKQg7JiB7Jet7J2EIO2BtOumre2VmOyLreyLnOyYpC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7LC47Jes7J6Q7JeQ6rKMIOyEuOuhnCDrp4nrjIAg67O07J206riwIi8+DQoJCTx1aXRleHQgbmFtZT0iTVVURSIgdmFsdWU9IuydjOyGjOqxsCIvPg0KCQk8dWl0ZXh0IG5hbWU9IkRPQ1dSQVBfVElUTEUiIHZhbHVlPSJQcmVzZW50ZXIg7YyM7J28IOyyqOu2gCIvPg0KCQk8dWl0ZXh0IG5hbWU9IkRPQ1dSQVBfTVNHIiB2YWx1ZT0i64K0IOy7tO2TqO2EsOyXkCDsoIDsnqUiLz4NCgkJPHVpdGV4dCBuYW1lPSJET0NXUkFQX1BST01QVCIgdmFsdWU9Iu2BtOumre2VmOyXrCDri6TsmrTroZzrk5wiLz4NCgk8L2xhbmd1YWdlPg0KCTxsYW5ndWFnZSBpZD0iZXM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RGlhcG9zaXRpdmEgJW4iLz4NCgkJPCEtLSBzdWJzdGl0dXRpb246ICVuID09IHNsaWRlIG51bWJlciAtLT4NCgkJPCEtLSBzdWJzdGl0dXRpb246ICV0ID09IHRvdGFsIHNsaWRlIGNvdW50IC0tPg0KCQk8dWl0ZXh0IG5hbWU9IlNDUlVCQkFSU1RBVFVTX1NMSURFSU5GTyIgdmFsdWU9IkRpYXBvc2l0aXZhICVuIC8gJXQgfCAiLz4NCgkJPHVpdGV4dCBuYW1lPSJTQ1JVQkJBUlNUQVRVU19TVE9QUEVEIiB2YWx1ZT0iRGV0ZW5pZGEiLz4NCgkJPHVpdGV4dCBuYW1lPSJTQ1JVQkJBUlNUQVRVU19QTEFZSU5HIiB2YWx1ZT0iUmVwcm9kdWNpZW5kbyIvPg0KCQk8dWl0ZXh0IG5hbWU9IlNDUlVCQkFSU1RBVFVTX05PQVVESU8iIHZhbHVlPSJTaW4gc29uaWRvIi8+DQoJCTx1aXRleHQgbmFtZT0iU0NSVUJCQVJTVEFUVVNfVklEUExBWUlORyIgdmFsdWU9IlbDrWRlbyBlbiByZXByb2QuIi8+DQoJCTx1aXRleHQgbmFtZT0iU0NSVUJCQVJTVEFUVVNfTE9BRElORyIgdmFsdWU9IkNhcmdhbmRvIi8+DQoJCTx1aXRleHQgbmFtZT0iU0NSVUJCQVJTVEFUVVNfQlVGRkVSSU5HIiB2YWx1ZT0iQWxtYWNlbmFuZG8gZW4gYsO6ZmVyIi8+DQoJCTx1aXRleHQgbmFtZT0iU0NSVUJCQVJTVEFUVVNfUVVFU1RJT04iIHZhbHVlPSJDb250ZXN0YXIgcHJlZ3VudGEiLz4NCgkJPHVpdGV4dCBuYW1lPSJTQ1JVQkJBUlNUQVRVU19SRVZJRVdRVUlaIiB2YWx1ZT0iUmV2aXNhbmRvIHBydWViYSIvPg0KCQk8IS0tIHN1YnN0aXR1dGlvbjogJW0gPT0gbWludXRlcyByZW1haW5pbmcgLS0+DQoJCTwhLS0gc3Vic3RpdHV0aW9uOiAlcyA9PSBzZWNvbmRzIHJlbWFpbmluZyAtLT4NCgkJPHVpdGV4dCBuYW1lPSJFTEFQU0VEIiB2YWx1ZT0iJW0gbWludXRvcyAlcyBzZWd1bmRvcyByZXN0YW50ZXMiLz4NCgkJPHVpdGV4dCBuYW1lPSJOT1RGT1VORCIgdmFsdWU9Ik5vIHNlIGhhIGVuY29udHJhZG8gbmFkYSIvPg0KCQk8dWl0ZXh0IG5hbWU9IkFUVEFDSE1FTlRTIiB2YWx1ZT0iQXJjaGl2b3MgYWRqdW50b3MiLz4NCgkJPCEtLSBzdWJzdGl0dXRpb246ICVwID09IGN1cnJlbnQgc3BlYWtlcidzIHRpdGxlIC0tPg0KCQk8dWl0ZXh0IG5hbWU9IkJJT1dJTl9USVRMRSIgdmFsdWU9IkJpb2dyYWbDrWE6ICVwIi8+DQoJCTx1aXRleHQgbmFtZT0iQklPQlROX1RJVExFIiB2YWx1ZT0iQmlvZ3JhZsOtYSIvPg0KCQk8dWl0ZXh0IG5hbWU9IkRJVklERVJCVE5fVElUTEUiIHZhbHVlPSJ8Ii8+DQoJCTx1aXRleHQgbmFtZT0iQ09OVEFDVEJUTl9USVRMRSIgdmFsdWU9IkNvbnRhY3RvIi8+DQoJCTx1aXRleHQgbmFtZT0iVEFCX1FVSVoiIHZhbHVlPSJQcnVlYmEiLz4NCgkJPHVpdGV4dCBuYW1lPSJUQUJfT1VUTElORSIgdmFsdWU9IkNvbnRvcm5vIi8+DQoJCTx1aXRleHQgbmFtZT0iVEFCX1RIVU1CIiB2YWx1ZT0iTWluaWF0LiIvPg0KCQk8dWl0ZXh0IG5hbWU9IlRBQl9OT1RFUyIgdmFsdWU9Ik5vdGFzIi8+DQoJCTx1aXRleHQgbmFtZT0iVEFCX1NFQVJDSCIgdmFsdWU9IkJ1c2NhciIvPg0KCQk8dWl0ZXh0IG5hbWU9IlNMSURFX0hFQURJTkciIHZhbHVlPSJUw610dWxvIGRlIGRpYXBvc2l0aXZhIi8+DQoJCTx1aXRleHQgbmFtZT0iRFVSQVRJT05fSEVBRElORyIgdmFsdWU9IkR1cmFjLiIvPg0KCQk8dWl0ZXh0IG5hbWU9IlNFQVJDSF9IRUFESU5HIiB2YWx1ZT0iQnVzY2FyIHRleHRvOiIvPg0KCQk8dWl0ZXh0IG5hbWU9IlRIVU1CX0hFQURJTkciIHZhbHVlPSJEaWFwb3NpdGl2YSIvPg0KCQk8dWl0ZXh0IG5hbWU9IlRIVU1CX0lORk8iIHZhbHVlPSJEdXIuL1TDrXQuIGRpYXAuIi8+DQoJCTx1aXRleHQgbmFtZT0iQVRUQUNITkFNRV9IRUFESU5HIiB2YWx1ZT0iTm9tYnJlIGRlIGFyY2hpdm8iLz4NCgkJPHVpdGV4dCBuYW1lPSJBVFRBQ0hTSVpFX0hFQURJTkciIHZhbHVlPSJUYW1hw7FvIi8+DQoJCTx1aXRleHQgbmFtZT0iU0xJREVfTk9URVMiIHZhbHVlPSJOb3RhcyBkZSBkaWFwb3NpdGl2YS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lNpbGVuY2lhciIvPg0KCQk8dWl0ZXh0IG5hbWU9IkRPQ1dSQVBfVElUTEUiIHZhbHVlPSJBcmNoaXZvIGFkanVudG8gZGUgUHJlc2VudGVyIi8+DQoJCTx1aXRleHQgbmFtZT0iRE9DV1JBUF9NU0ciIHZhbHVlPSJHdWFyZGFyIGVuIE1pIFBDIi8+DQoJCTx1aXRleHQgbmFtZT0iRE9DV1JBUF9QUk9NUFQiIHZhbHVlPSJIYWdhIGNsaWMgZW4gRGVzY2FyZ2FyIi8+DQoJPC9sYW5ndWFnZT4NCgk8bGFuZ3VhZ2UgaWQ9InB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lNsaWRlICVuIi8+DQoJCTwhLS0gc3Vic3RpdHV0aW9uOiAlbiA9PSBzbGlkZSBudW1iZXIgLS0+DQoJCTwhLS0gc3Vic3RpdHV0aW9uOiAldCA9PSB0b3RhbCBzbGlkZSBjb3VudCAtLT4NCgkJPHVpdGV4dCBuYW1lPSJTQ1JVQkJBUlNUQVRVU19TTElERUlORk8iIHZhbHVlPSJTbGlkZSAlbiAvICV0IHwgIi8+DQoJCTx1aXRleHQgbmFtZT0iU0NSVUJCQVJTVEFUVVNfU1RPUFBFRCIgdmFsdWU9IlBhcmFkbyIvPg0KCQk8dWl0ZXh0IG5hbWU9IlNDUlVCQkFSU1RBVFVTX1BMQVlJTkciIHZhbHVlPSJSZXByb2R1emluZG8iLz4NCgkJPHVpdGV4dCBuYW1lPSJTQ1JVQkJBUlNUQVRVU19OT0FVRElPIiB2YWx1ZT0iU2VtIMOhdWRpbyIvPg0KCQk8dWl0ZXh0IG5hbWU9IlNDUlVCQkFSU1RBVFVTX1ZJRFBMQVlJTkciIHZhbHVlPSJWw61kZW8gZW0gcmVwcm9kdcOnw6NvIi8+DQoJCTx1aXRleHQgbmFtZT0iU0NSVUJCQVJTVEFUVVNfTE9BRElORyIgdmFsdWU9IkNhcnJlZ2FuZG8iLz4NCgkJPHVpdGV4dCBuYW1lPSJTQ1JVQkJBUlNUQVRVU19CVUZGRVJJTkciIHZhbHVlPSJBcm1hemVuYW5kbyBlbSBidWZmZXIiLz4NCgkJPHVpdGV4dCBuYW1lPSJTQ1JVQkJBUlNUQVRVU19RVUVTVElPTiIgdmFsdWU9IlJlc3BvbmRlciBwZXJndW50YSIvPg0KCQk8dWl0ZXh0IG5hbWU9IlNDUlVCQkFSU1RBVFVTX1JFVklFV1FVSVoiIHZhbHVlPSJSZXZpc2FuZG8gcXVlc3Rpb27DoXJpbyIvPg0KCQk8IS0tIHN1YnN0aXR1dGlvbjogJW0gPT0gbWludXRlcyByZW1haW5pbmcgLS0+DQoJCTwhLS0gc3Vic3RpdHV0aW9uOiAlcyA9PSBzZWNvbmRzIHJlbWFpbmluZyAtLT4NCgkJPHVpdGV4dCBuYW1lPSJFTEFQU0VEIiB2YWx1ZT0iJW0gbWludXRvcyAlcyBzZWd1bmRvcyByZXN0YW50ZXMiLz4NCgkJPHVpdGV4dCBuYW1lPSJOT1RGT1VORCIgdmFsdWU9Ik5hZGEgZW5jb250cmFkbyIvPg0KCQk8dWl0ZXh0IG5hbWU9IkFUVEFDSE1FTlRTIiB2YWx1ZT0iQW5leG9z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GF0byIvPg0KCQk8dWl0ZXh0IG5hbWU9IlRBQl9RVUlaIiB2YWx1ZT0iUXVlc3QuIi8+DQoJCTx1aXRleHQgbmFtZT0iVEFCX09VVExJTkUiIHZhbHVlPSJFc3F1ZW1hIi8+DQoJCTx1aXRleHQgbmFtZT0iVEFCX1RIVU1CIiB2YWx1ZT0iTWluaSIvPg0KCQk8dWl0ZXh0IG5hbWU9IlRBQl9OT1RFUyIgdmFsdWU9Ik5vdGFzIi8+DQoJCTx1aXRleHQgbmFtZT0iVEFCX1NFQVJDSCIgdmFsdWU9IkJ1c2NhIi8+DQoJCTx1aXRleHQgbmFtZT0iU0xJREVfSEVBRElORyIgdmFsdWU9IlTDrXR1bG8gZG8gc2xpZGUiLz4NCgkJPHVpdGV4dCBuYW1lPSJEVVJBVElPTl9IRUFESU5HIiB2YWx1ZT0iRHVyYcOnw6NvIi8+DQoJCTx1aXRleHQgbmFtZT0iU0VBUkNIX0hFQURJTkciIHZhbHVlPSJQcm9jdXJhciB0ZXh0bzoiLz4NCgkJPHVpdGV4dCBuYW1lPSJUSFVNQl9IRUFESU5HIiB2YWx1ZT0iU2xpZGUiLz4NCgkJPHVpdGV4dCBuYW1lPSJUSFVNQl9JTkZPIiB2YWx1ZT0iVMOtdHVsby9EdXJhw6fDo28gZG8gc2xpZGUiLz4NCgkJPHVpdGV4dCBuYW1lPSJBVFRBQ0hOQU1FX0hFQURJTkciIHZhbHVlPSJOb21lIGRvIGFycXVpdm8iLz4NCgkJPHVpdGV4dCBuYW1lPSJBVFRBQ0hTSVpFX0hFQURJTkciIHZhbHVlPSJUYW1hbmhvIi8+DQoJCTx1aXRleHQgbmFtZT0iU0xJREVfTk9URVMiIHZhbHVlPSJBbm90YcOnw7VlcyBkbyBzbGlkZS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CEtLXF1aXogcG9kIGFuZCBtZXNzYWdlIGJveCB0ZXh0cy0tPg0KCQk8dWl0ZXh0IG5hbWU9IlFVSVpQT0RfUVVJWl9BVFRFTVBUIiB2YWx1ZT0iVGVudGF0aXZvIHF1aXo6Ii8+DQoJCTx1aXRleHQgbmFtZT0iUVVJWlBPRF9RVUlaX0FUVEVNUFRfVkFMVUUiIHZhbHVlPSIlbiBkaSAldCIvPg0KCQk8dWl0ZXh0IG5hbWU9IlFVSVpQT0RfUVVJWl9TQ09SRSIgdmFsdWU9IlB1bnRlZ2dpbzoiLz4NCgkJPHVpdGV4dCBuYW1lPSJRVUlaUE9EX1FVSVpfUEFTU1NDT1JFIiB2YWx1ZT0iUHVudGVnZ2lvIG1pbmltbzoiLz4NCgkJPHVpdGV4dCBuYW1lPSJRVUlaUE9EX1FVSVpfTUFYU0NPUkUiIHZhbHVlPSJQdW50ZWdnaW8gbWFzc2ltbzoiLz4NCgkJPHVpdGV4dCBuYW1lPSJRVUlaUE9EX1FVRVNBVE1QVF9TVFIiIHZhbHVlPSJUZW50YXRpdm86ICVuIGRpICV0Ii8+DQoJCTx1aXRleHQgbmFtZT0iUVVJWlBPRF9RVUVTVFlQRV9TVFIiIHZhbHVlPSJUaXBvOiAlcyIvPg0KCQk8dWl0ZXh0IG5hbWU9IlFVSVpQT0RfUVVFU1RZUEVfR1JEIiB2YWx1ZT0iQ29uIHZhbHV0YXppb25lIi8+DQoJCTx1aXRleHQgbmFtZT0iUVVJWlBPRF9RVUVTVFlQRV9TVlkiIHZhbHVlPSJJbmRhZ2luZSIvPg0KCQk8dWl0ZXh0IG5hbWU9IlFVSVpQT0RfUVVJWkFUTVBUX0lORiIgdmFsdWU9IkluZmluaXRpIi8+DQoJCTx1aXRleHQgbmFtZT0iUVVJWlBPRF9RVUVTQVRNUFRfSU5GIiB2YWx1ZT0iSW5maW5pdGkiLz4NCgkJPHVpdGV4dCBuYW1lPSJXQVJOSU5HTVNHX1lFU1NUUklORyIgdmFsdWU9IlPDrCIvPg0KCQk8dWl0ZXh0IG5hbWU9IldBUk5JTkdNU0dfTk9TVFJJTkciIHZhbHVlPSJObyIvPg0KCQk8dWl0ZXh0IG5hbWU9IldBUk5JTkdNU0dfVElUTEVTVFJJTkciIHZhbHVlPSJBdnZlcnRlbnphIG5hdmlnYXppb25lIHF1aXoiLz4NCgkJPHVpdGV4dCBuYW1lPSJXQVJOSU5HTVNHX01TR1NUUklORyIgdmFsdWU9Ik9jY29ycmUgYW5jb3JhIHJpc3BvbmRlcmUgYWQgYWxjdW5lIGRvbWFuZGUgZGVsIHF1aXouJiN4QTsmI3hBO1NlIGZhdGUgY2xpYyBzdSBTw6wsIHVzY2lyZXRlIGRhbCBxdWl6LiBGYXRlIGNsaWMgc3UgTm8gcGVyIGNvbnRpbnVhcmUgaWwgcXVpei4iLz4NCgkJPHVpdGV4dCBuYW1lPSJJTkZPUk1BVElPTl9IMjY0X0ZMQVNIUExBWUVSIiB2YWx1ZT0iTGEgdmVyc2lvbmUgZGkgRmxhc2ggUGxheWVyIGF0dHVhbG1lbnRlIGluc3RhbGxhdGEgbm9uIHN1cHBvcnRhIHF1ZXN0byB2aWRlby4gRmF0ZSBjbGljIHN1bGwnYXJlYSBkZWwgdmlkZW8gcGVyIHNjYXJpY2FyZSBsJ3VsdGltYSB2ZXJzaW9uZSBka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SBiYXJyYSBsYXRlcmFsZSBhaSBwYXJ0ZWNpcGFudGkiLz4NCgkJPHVpdGV4dCBuYW1lPSJNVVRFIiB2YWx1ZT0iRGlzYXR0aXZhIGF1ZGlvIi8+DQoJCTx1aXRleHQgbmFtZT0iRE9DV1JBUF9USVRMRSIgdmFsdWU9IkFsbGVnYXRvIGZpbGUgUHJlc2VudGVyIi8+DQoJCTx1aXRleHQgbmFtZT0iRE9DV1JBUF9NU0ciIHZhbHVlPSJTYWx2YSBpbiBSaXNvcnNlIGRlbCBjb21wdXRlciIvPg0KCQk8dWl0ZXh0IG5hbWU9IkRPQ1dSQVBfUFJPTVBUIiB2YWx1ZT0iQ2xpYyBwZXIgc2NhcmljYXJlIi8+DQoJPC9sYW5ndWFnZT4NCgk8bGFuZ3VhZ2UgaWQ9Im5s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SAlbiIvPg0KCQk8IS0tIHN1YnN0aXR1dGlvbjogJW4gPT0gc2xpZGUgbnVtYmVyIC0tPg0KCQk8IS0tIHN1YnN0aXR1dGlvbjogJXQgPT0gdG90YWwgc2xpZGUgY291bnQgLS0+DQoJCTx1aXRleHQgbmFtZT0iU0NSVUJCQVJTVEFUVVNfU0xJREVJTkZPIiB2YWx1ZT0iRGlhICVuIC8gJXQgfCAiLz4NCgkJPHVpdGV4dCBuYW1lPSJTQ1JVQkJBUlNUQVRVU19TVE9QUEVEIiB2YWx1ZT0iR2VzdG9wdCIvPg0KCQk8dWl0ZXh0IG5hbWU9IlNDUlVCQkFSU1RBVFVTX1BMQVlJTkciIHZhbHVlPSJBZnNwZWxlbiIvPg0KCQk8dWl0ZXh0IG5hbWU9IlNDUlVCQkFSU1RBVFVTX05PQVVESU8iIHZhbHVlPSJHZWVuIGF1ZGlvIi8+DQoJCTx1aXRleHQgbmFtZT0iU0NSVUJCQVJTVEFUVVNfVklEUExBWUlORyIgdmFsdWU9IlZpZGVvIGFmc3BlbGVuIi8+DQoJCTx1aXRleHQgbmFtZT0iU0NSVUJCQVJTVEFUVVNfTE9BRElORyIgdmFsdWU9IkxhZGVuIi8+DQoJCTx1aXRleHQgbmFtZT0iU0NSVUJCQVJTVEFUVVNfQlVGRkVSSU5HIiB2YWx1ZT0iQnVmZmVyZW4iLz4NCgkJPHVpdGV4dCBuYW1lPSJTQ1JVQkJBUlNUQVRVU19RVUVTVElPTiIgdmFsdWU9IlZyYWFnIG1ldCBhbnR3b29yZCIvPg0KCQk8dWl0ZXh0IG5hbWU9IlNDUlVCQkFSU1RBVFVTX1JFVklFV1FVSVoiIHZhbHVlPSJRdWl6IGNvbnRyb2xlcmVuIi8+DQoJCTwhLS0gc3Vic3RpdHV0aW9uOiAlbSA9PSBtaW51dGVzIHJlbWFpbmluZyAtLT4NCgkJPCEtLSBzdWJzdGl0dXRpb246ICVzID09IHNlY29uZHMgcmVtYWluaW5nIC0tPg0KCQk8dWl0ZXh0IG5hbWU9IkVMQVBTRUQiIHZhbHVlPSJFciByZXN0ZXJlbiAlbSBtaW51dGVuICVzIHNlY29uZGVuIi8+DQoJCTx1aXRleHQgbmFtZT0iTk9URk9VTkQiIHZhbHVlPSJOaWV0cyBnZXZvbmRlbiIvPg0KCQk8dWl0ZXh0IG5hbWU9IkFUVEFDSE1FTlRTIiB2YWx1ZT0iQmlqbGFnZW4iLz4NCgkJPCEtLSBzdWJzdGl0dXRpb246ICVwID09IGN1cnJlbnQgc3BlYWtlcidzIHRpdGxlIC0tPg0KCQk8dWl0ZXh0IG5hbWU9IkJJT1dJTl9USVRMRSIgdmFsdWU9IkJpb2dyYWZpZTogJXAiLz4NCgkJPHVpdGV4dCBuYW1lPSJCSU9CVE5fVElUTEUiIHZhbHVlPSJCaW9ncmFmaWUiLz4NCgkJPHVpdGV4dCBuYW1lPSJESVZJREVSQlROX1RJVExFIiB2YWx1ZT0ifCIvPg0KCQk8dWl0ZXh0IG5hbWU9IkNPTlRBQ1RCVE5fVElUTEUiIHZhbHVlPSJDb250YWN0Ii8+DQoJCTx1aXRleHQgbmFtZT0iVEFCX1FVSVoiIHZhbHVlPSJRdWl6Ii8+DQoJCTx1aXRleHQgbmFtZT0iVEFCX09VVExJTkUiIHZhbHVlPSJPdmVyemljaHQiLz4NCgkJPHVpdGV4dCBuYW1lPSJUQUJfVEhVTUIiIHZhbHVlPSJNaW5pYXR1dXIiLz4NCgkJPHVpdGV4dCBuYW1lPSJUQUJfTk9URVMiIHZhbHVlPSJOb3RpdGllcyIvPg0KCQk8dWl0ZXh0IG5hbWU9IlRBQl9TRUFSQ0giIHZhbHVlPSJab2VrZW4iLz4NCgkJPHVpdGV4dCBuYW1lPSJTTElERV9IRUFESU5HIiB2YWx1ZT0iVGl0ZWwgdmFuIGRpYSIvPg0KCQk8dWl0ZXh0IG5hbWU9IkRVUkFUSU9OX0hFQURJTkciIHZhbHVlPSJEdXVyIi8+DQoJCTx1aXRleHQgbmFtZT0iU0VBUkNIX0hFQURJTkciIHZhbHVlPSJab2VrZW4gbmFhciB0ZWtzdDoiLz4NCgkJPHVpdGV4dCBuYW1lPSJUSFVNQl9IRUFESU5HIiB2YWx1ZT0iRGlhIi8+DQoJCTx1aXRleHQgbmFtZT0iVEhVTUJfSU5GTyIgdmFsdWU9IlRpdGVsL2R1dXIgdmFuIGRpYSIvPg0KCQk8dWl0ZXh0IG5hbWU9IkFUVEFDSE5BTUVfSEVBRElORyIgdmFsdWU9IkJlc3RhbmRzbmFhbSIvPg0KCQk8dWl0ZXh0IG5hbWU9IkFUVEFDSFNJWkVfSEVBRElORyIgdmFsdWU9Ikdyb290dGUiLz4NCgkJPHVpdGV4dCBuYW1lPSJTTElERV9OT1RFUyIgdmFsdWU9IkRpYW5vdGl0aWVzIi8+DQoJCTwhLS1xdWl6IHBvZCBhbmQgbWVzc2FnZSBib3ggdGV4dHMtLT4NCgkJPHVpdGV4dCBuYW1lPSJRVUlaUE9EX1FVSVpfQVRURU1QVCIgdmFsdWU9IlF1aXpwb2dpbmc6Ii8+DQoJCTx1aXRleHQgbmFtZT0iUVVJWlBPRF9RVUlaX0FUVEVNUFRfVkFMVUUiIHZhbHVlPSIlbiB2YW4gJXQiLz4NCgkJPHVpdGV4dCBuYW1lPSJRVUlaUE9EX1FVSVpfU0NPUkUiIHZhbHVlPSJCZWhhYWxkZSBzY29yZToiLz4NCgkJPHVpdGV4dCBuYW1lPSJRVUlaUE9EX1FVSVpfUEFTU1NDT1JFIiB2YWx1ZT0iVm9sZG9lbmRlIHNjb3JlOiIvPg0KCQk8dWl0ZXh0IG5hbWU9IlFVSVpQT0RfUVVJWl9NQVhTQ09SRSIgdmFsdWU9Ik1heGltYWFsIGhhYWxiYXJlIHNjb3JlOiIvPg0KCQk8dWl0ZXh0IG5hbWU9IlFVSVpQT0RfUVVFU0FUTVBUX1NUUiIgdmFsdWU9IlBvZ2luZzogJW4gdmFuICV0Ii8+DQoJCTx1aXRleHQgbmFtZT0iUVVJWlBPRF9RVUVTVFlQRV9TVFIiIHZhbHVlPSJUeXBlOiAlcyIvPg0KCQk8dWl0ZXh0IG5hbWU9IlFVSVpQT0RfUVVFU1RZUEVfR1JEIiB2YWx1ZT0iVGVsdCB2b29yIHNjb3JlIi8+DQoJCTx1aXRleHQgbmFtZT0iUVVJWlBPRF9RVUVTVFlQRV9TVlkiIHZhbHVlPSJFbnF1w6p0ZSIvPg0KCQk8dWl0ZXh0IG5hbWU9IlFVSVpQT0RfUVVJWkFUTVBUX0lORiIgdmFsdWU9Ik9uYmVwZXJrdCIvPg0KCQk8dWl0ZXh0IG5hbWU9IlFVSVpQT0RfUVVFU0FUTVBUX0lORiIgdmFsdWU9Ik9uYmVwZXJrdCIvPg0KCQk8dWl0ZXh0IG5hbWU9IldBUk5JTkdNU0dfWUVTU1RSSU5HIiB2YWx1ZT0iSmEiLz4NCgkJPHVpdGV4dCBuYW1lPSJXQVJOSU5HTVNHX05PU1RSSU5HIiB2YWx1ZT0iTmVlIi8+DQoJCTx1aXRleHQgbmFtZT0iV0FSTklOR01TR19USVRMRVNUUklORyIgdmFsdWU9IldhYXJzY2h1d2luZyBtZXQgYmV0cmVra2luZyB0b3QgcXVpem5hdmlnYXRpZSIvPg0KCQk8dWl0ZXh0IG5hbWU9IldBUk5JTkdNU0dfTVNHU1RSSU5HIiB2YWx1ZT0iVSBoZWJ0IG5pZXQgYWxsZSB2cmFnZW4gaW4gZGV6ZSBxdWl6IGJlYW50d29vcmQuJiN4QTsmI3hBO0tsaWsgb3AgSmEgb20gZGUgcXVpeiBhZiB0ZSBzbHVpdGVuLiBLbGlrIG9wIE5lZSBvbSBkZSBxdWl6IHZvb3J0IHRlIHpldHRlbi4iLz4NCgkJPHVpdGV4dCBuYW1lPSJJTkZPUk1BVElPTl9IMjY0X0ZMQVNIUExBWUVSIiB2YWx1ZT0iRGV6ZSB2aWRlbyB3b3JkdCBuaWV0IG9uZGVyc3RldW5kIGRvb3IgZGUgdmVyc2llIHZhbiBGbGFzaCBQbGF5ZXIgZGllIG1vbWVudGVlbCBvcCB1dyBjb21wdXRlciBpcyBnZcOvbnN0YWxsZWVyZC4gS2xpayBpbiBkZSB2aWRlbyBvbSBkZSBuaWV1d3N0ZSBGbGFzaCBQbGF5ZXIgdGUgZG93bmxv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WmlqcGFuZWVsIGFhbiBkZWVsbmVtZXJzIHdlZXJnZXZlbiIvPg0KCQk8dWl0ZXh0IG5hbWU9Ik1VVEUiIHZhbHVlPSJEZW1wZW4iLz4NCgkJPHVpdGV4dCBuYW1lPSJET0NXUkFQX1RJVExFIiB2YWx1ZT0iUHJlc2VudGVyLWJlc3RhbmRzYmlqbGFnZSIvPg0KCQk8dWl0ZXh0IG5hbWU9IkRPQ1dSQVBfTVNHIiB2YWx1ZT0iT3BzbGFhbiBpbiBEZXplIGNvbXB1dGVyIi8+DQoJCTx1aXRleHQgbmFtZT0iRE9DV1JBUF9QUk9NUFQiIHZhbHVlPSJLbGlrIG9tIHRlIGRvd25sb2FkZW4iLz4NCgk8L2xhbmd1YWdlPg0KCTxsYW5ndWFnZSBpZD0iY24iPg0KCQk8IS0tIGZvcm1hdCBmb3IgdWlmb250IHZhbHVlIGlzICJmb250LHNpemUsaXNib2xkLGlzaXRhbGljLGlzc2hhZG93ZWQiIC0tPg0KCQk8dWlmb250IG5hbWU9IkZPTlRfUVVJWlpJTkciIHZhbHVlPSLlrovkvZMtMTgwMzAsMTAsZmFsc2UsZmFsc2UsZmFsc2UiLz4NCgkJPHVpZm9udCBuYW1lPSJGT05UX1NDUlVCU1RBVFVTIiB2YWx1ZT0i5a6L5L2TLTE4MDMwLDEwLHRydWUsZmFsc2UsdHJ1ZSIvPg0KCQk8dWlmb250IG5hbWU9IkZPTlRfU0NSVUJUSU1FIiB2YWx1ZT0i5a6L5L2TLTE4MDMwLDEwLGZhbHNlLGZhbHNlLHRydWUiLz4NCgkJPHVpZm9udCBuYW1lPSJGT05UX0VMQVBTRURUSU1FIiB2YWx1ZT0i5a6L5L2TLTE4MDMwLDEwLHRydWUsZmFsc2UsdHJ1ZSIvPg0KCQk8dWlmb250IG5hbWU9IkZPTlRfVVRJTFNNRU5VIiB2YWx1ZT0i5a6L5L2TLTE4MDMwLDEwLHRydWUsZmFsc2UsZmFsc2UiLz4NCgkJPHVpZm9udCBuYW1lPSJGT05UX1RBQlMiIHZhbHVlPSLlrovkvZMtMTgwMzAsMTQsdHJ1ZSxmYWxzZSx0cnVlIi8+DQoJCTx1aWZvbnQgbmFtZT0iRk9OVF9QUkVTRU5UQVRJT05OQU1FIiB2YWx1ZT0i5a6L5L2TLTE4MDMwLDE0LGZhbHNlLGZhbHNlLHRydWUiLz4NCgkJPHVpZm9udCBuYW1lPSJGT05UX1BSRVNFTlRFUk5BTUUiIHZhbHVlPSLlrovkvZMtMTgwMzAsMTQsdHJ1ZSxmYWxzZSx0cnVlIi8+DQoJCTx1aWZvbnQgbmFtZT0iRk9OVF9QUkVTRU5URVJUSVRMRSIgdmFsdWU9IuWui+S9ky0xODAzMCwxMyxmYWxzZSxmYWxzZSx0cnVlIi8+DQoJCTx1aWZvbnQgbmFtZT0iRk9OVF9CSU9CVE4iIHZhbHVlPSLlrovkvZMtMTgwMzAsMTAsZmFsc2UsZmFsc2UsdHJ1ZSIvPg0KCQk8dWlmb250IG5hbWU9IkZPTlRfTk9URVMiIHZhbHVlPSLlrovkvZMtMTgwMzAsMTIsZmFsc2UsZmFsc2UsZmFsc2UiLz4NCgkJPHVpZm9udCBuYW1lPSJGT05UX09VVExJTkUiIHZhbHVlPSLlrovkvZMtMTgwMzAsMTIsZmFsc2UsZmFsc2UsdHJ1ZSIvPg0KCQk8dWlmb250IG5hbWU9IkZPTlRfU0VBUkNIIiB2YWx1ZT0i5a6L5L2TLTE4MDMwLDEyLGZhbHNlLGZhbHNlLHRydWUiLz4NCgkJPHVpZm9udCBuYW1lPSJGT05UX1RIVU1CIiB2YWx1ZT0i5a6L5L2TLTE4MDMwLDEwLGZhbHNlLGZhbHNlLHRydWUiLz4NCgkJPHVpZm9udCBuYW1lPSJGT05UX0JJT1dJTiIgdmFsdWU9IuWui+S9ky0xODAzMCwxMixmYWxzZSxmYWxzZSxmYWxzZSIvPg0KCQk8dWlmb250IG5hbWU9IkZPTlRfTElTVEhFQURJTkciIHZhbHVlPSLlrovkvZMtMTgwMzAsMTAsZmFsc2UsZmFsc2UsZmFsc2UiLz4NCgkJPHVpZm9udCBuYW1lPSJGT05UX1dJTlRJVExFIiB2YWx1ZT0i5a6L5L2TLTE4MDMwLDEwLGZhbHNlLGZhbHNlLHRydWUiLz4NCgkJPHVpZm9udCBuYW1lPSJGT05UX0FUVEFDSE1FTlRTIiB2YWx1ZT0i5a6L5L2TLTE4MDMwLDEyLGZhbHNlLGZhbHNlLHRydWUiLz4NCgkJPCEtLXF1aXogcG9kIGFuZCBtZXNzYWdlIGJveCB0ZXh0IGZvbnRzLS0+DQoJCTx1aWZvbnQgbmFtZT0iRk9OVF9NU0dCT1hfV0lOVElUTEUiIHZhbHVlPSLlrovkvZMtMTgwMzAsMTIsdHJ1ZSxmYWxzZSx0cnVlIi8+DQoJCTx1aWZvbnQgbmFtZT0iRk9OVF9NU0dCT1hfTVNHIiB2YWx1ZT0i5a6L5L2TLTE4MDMwLDEyLGZhbHNlLGZhbHNlLHRydWUiLz4NCgkJPHVpZm9udCBuYW1lPSJGT05UX01TR0JPWF9PUFRJT05TIiB2YWx1ZT0i5a6L5L2TLTE4MDMwLDEwLHRydWUsZmFsc2UsdHJ1ZSIvPg0KCQk8dWlmb250IG5hbWU9IkZPTlRfUVVJWlBPRF9RVUlaX1RJVExFIiB2YWx1ZT0i5a6L5L2TLTE4MDMwLDEyLHRydWUsZmFsc2UsdHJ1ZSIvPg0KCQk8dWlmb250IG5hbWU9IkZPTlRfUVVJWlBPRF9RVUlaX0FUVEVNUFQiIHZhbHVlPSLlrovkvZMtMTgwMzAsMTAsZmFsc2UsZmFsc2UsdHJ1ZSIvPg0KCQk8dWlmb250IG5hbWU9IkZPTlRfUVVJWlBPRF9RVUlaX0FUVEVNUFRfVkFMVUUiIHZhbHVlPSLlrovkvZMtMTgwMzAsMTAsdHJ1ZSxmYWxzZSx0cnVlIi8+DQoJCTx1aWZvbnQgbmFtZT0iRk9OVF9RVUlaUE9EX1FVRVNUSU9OX1NDT1JFIiB2YWx1ZT0i5a6L5L2TLTE4MDMwLDEwLGZhbHNlLGZhbHNlLHRydWUiLz4NCgkJPHVpZm9udCBuYW1lPSJGT05UX1FVSVpQT0RfUVVFU1RJT05fU0NPUkVfVkFMVUUiIHZhbHVlPSLlrovkvZMtMTgwMzAsMTAsdHJ1ZSxmYWxzZSx0cnVlIi8+DQoJCTx1aWZvbnQgbmFtZT0iRk9OVF9RVUlaUE9EX1FVRVNUSU9OX0FUVEVNUFQiIHZhbHVlPSLlrovkvZMtMTgwMzAsMTAsZmFsc2UsZmFsc2UsdHJ1ZSIvPg0KCQk8dWlmb250IG5hbWU9IkZPTlRfUVVJWlBPRF9RVUVTVElPTl9BVFRFTVBUX1ZBTFVFIiB2YWx1ZT0i5a6L5L2TLTE4MDMwLDEwLHRydWUsZmFsc2UsdHJ1ZSIvPg0KCQk8dWlmb250IG5hbWU9IkZPTlRfUVVJWlBPRF9RVUVTVElPTl9UQUciIHZhbHVlPSLlrovkvZMtMTgwMzAsMTIsdHJ1ZSxmYWxzZSx0cnVlIi8+DQoJCTx1aWZvbnQgbmFtZT0iRk9OVF9RVUlaUE9EX1FVSVpfUVVFU1RJT05fQ09VTlQiIHZhbHVlPSLlrovkvZMtMTgwMzAsMTAsZmFsc2UsZmFsc2UsdHJ1ZSIvPg0KCQk8dWlmb250IG5hbWU9IkZPTlRfUVVJWlBPRF9RVUlaX1FVRVNUSU9OX0NPVU5UX1ZBTFVFIiB2YWx1ZT0i5a6L5L2TLTE4MDMwLDEwLHRydWUsZmFsc2UsdHJ1ZSIvPg0KCQk8dWlmb250IG5hbWU9IkZPTlRfUVVJWlBPRF9RVUlaX1FVRVNUSU9OX0FUVEVNUFRFRCIgdmFsdWU9IuWui+S9ky0xODAzMCwxMCxmYWxzZSxmYWxzZSx0cnVlIi8+DQoJCTx1aWZvbnQgbmFtZT0iRk9OVF9RVUlaUE9EX1FVSVpfUVVFU1RJT05fQVRURU1QVEVEX1ZBTFVFIiB2YWx1ZT0i5a6L5L2TLTE4MDMwLDEwLHRydWUsZmFsc2UsdHJ1ZSIvPg0KCQk8dWlmb250IG5hbWU9IkZPTlRfUVVJWlBPRF9RVUlaX1NDT1JFX1RBRyIgdmFsdWU9IuWui+S9ky0xODAzMCwxMix0cnVlLGZhbHNlLHRydWUiLz4NCgkJPHVpZm9udCBuYW1lPSJGT05UX1FVSVpQT0RfUVVJWl9TQ09SRSIgdmFsdWU9IuWui+S9ky0xODAzMCwxMCxmYWxzZSxmYWxzZSx0cnVlIi8+DQoJCTx1aWZvbnQgbmFtZT0iRk9OVF9RVUlaUE9EX1FVSVpfU0NPUkVfVkFMVUUiIHZhbHVlPSLlrovkvZMtMTgwMzAsMTAsdHJ1ZSxmYWxzZSx0cnVlIi8+DQoJCTx1aWZvbnQgbmFtZT0iRk9OVF9RVUlaUE9EX1FVSVpfTUFYU0NPUkUiIHZhbHVlPSLlrovkvZMtMTgwMzAsMTAsZmFsc2UsZmFsc2UsdHJ1ZSIvPg0KCQk8dWlmb250IG5hbWU9IkZPTlRfUVVJWlBPRF9RVUlaX01BWFNDT1JFX1ZBTFVFIiB2YWx1ZT0i5a6L5L2TLTE4MDMwLDEwLHRydWUsZmFsc2UsdHJ1ZSIvPg0KCQk8dWlmb250IG5hbWU9IkZPTlRfUVVJWlBPRF9RVUlaX1BBU1NTQ09SRSIgdmFsdWU9IuWui+S9ky0xODAzMCwxMCxmYWxzZSxmYWxzZSx0cnVlIi8+DQoJCTx1aWZvbnQgbmFtZT0iRk9OVF9RVUlaUE9EX1FVSVpfUEFTU1NDT1JFX1ZBTFVFIiB2YWx1ZT0i5a6L5L2TLTE4MDMwLDEwLHRydWUsZmFsc2UsdHJ1ZSIvPg0KCQk8IS0tIHVpdGV4dCAtLT4NCgkJPCEtLSBzdWJzdGl0dXRpb246ICVuID09IHNsaWRlIG51bWJlciAtLT4NCgkJPHVpdGV4dCBuYW1lPSJVTk5BTUVEU0xJREVUSVRMRSIgdmFsdWU9IuW5u+eBr+eJhyAlbiIvPg0KCQk8IS0tIHN1YnN0aXR1dGlvbjogJW4gPT0gc2xpZGUgbnVtYmVyIC0tPg0KCQk8IS0tIHN1YnN0aXR1dGlvbjogJXQgPT0gdG90YWwgc2xpZGUgY291bnQgLS0+DQoJCTx1aXRleHQgbmFtZT0iU0NSVUJCQVJTVEFUVVNfU0xJREVJTkZPIiB2YWx1ZT0i5bm754Gv54mHICVuIC8gJXQgfCAiLz4NCgkJPHVpdGV4dCBuYW1lPSJTQ1JVQkJBUlNUQVRVU19TVE9QUEVEIiB2YWx1ZT0i5bey5YGc5q2iIi8+DQoJCTx1aXRleHQgbmFtZT0iU0NSVUJCQVJTVEFUVVNfUExBWUlORyIgdmFsdWU9Iuato+WcqOaSreaUviIvPg0KCQk8dWl0ZXh0IG5hbWU9IlNDUlVCQkFSU1RBVFVTX05PQVVESU8iIHZhbHVlPSLml6Dpn7PpopEiLz4NCgkJPHVpdGV4dCBuYW1lPSJTQ1JVQkJBUlNUQVRVU19WSURQTEFZSU5HIiB2YWx1ZT0i6KeG6aKR5pKt5pS+Ii8+DQoJCTx1aXRleHQgbmFtZT0iU0NSVUJCQVJTVEFUVVNfTE9BRElORyIgdmFsdWU9Iuato+WcqOi9veWFpSIvPg0KCQk8dWl0ZXh0IG5hbWU9IlNDUlVCQkFSU1RBVFVTX0JVRkZFUklORyIgdmFsdWU9Iuato+WcqOi/m+ihjOe8k+WGsuWkhOeQhiIvPg0KCQk8dWl0ZXh0IG5hbWU9IlNDUlVCQkFSU1RBVFVTX1FVRVNUSU9OIiB2YWx1ZT0i5Zue562U6Zeu6aKYIi8+DQoJCTx1aXRleHQgbmFtZT0iU0NSVUJCQVJTVEFUVVNfUkVWSUVXUVVJWiIgdmFsdWU9Iuato+WcqOWuoemYhea1i+mqjCIvPg0KCQk8IS0tIHN1YnN0aXR1dGlvbjogJW0gPT0gbWludXRlcyByZW1haW5pbmcgLS0+DQoJCTwhLS0gc3Vic3RpdHV0aW9uOiAlcyA9PSBzZWNvbmRzIHJlbWFpbmluZyAtLT4NCgkJPHVpdGV4dCBuYW1lPSJFTEFQU0VEIiB2YWx1ZT0i5Ymp5L2ZICVtIOWIhumSnyAlcyDnp5IiLz4NCgkJPHVpdGV4dCBuYW1lPSJOT1RGT1VORCIgdmFsdWU9IuacquaJvuWIsOS7u+S9leWGheWuuSIvPg0KCQk8dWl0ZXh0IG5hbWU9IkFUVEFDSE1FTlRTIiB2YWx1ZT0i6ZmE5Lu2Ii8+DQoJCTwhLS0gc3Vic3RpdHV0aW9uOiAlcCA9PSBjdXJyZW50IHNwZWFrZXIncyB0aXRsZSAtLT4NCgkJPHVpdGV4dCBuYW1lPSJCSU9XSU5fVElUTEUiIHZhbHVlPSLkuKrkurrnroDku4s6ICVwIi8+DQoJCTx1aXRleHQgbmFtZT0iQklPQlROX1RJVExFIiB2YWx1ZT0i5Liq5Lq6566A5LuLIi8+DQoJCTx1aXRleHQgbmFtZT0iRElWSURFUkJUTl9USVRMRSIgdmFsdWU9InwiLz4NCgkJPHVpdGV4dCBuYW1lPSJDT05UQUNUQlROX1RJVExFIiB2YWx1ZT0i6IGU57O75pa55byPIi8+DQoJCTx1aXRleHQgbmFtZT0iVEFCX1FVSVoiIHZhbHVlPSLmtYvpqowiLz4NCgkJPHVpdGV4dCBuYW1lPSJUQUJfT1VUTElORSIgdmFsdWU9IuWkp+e6siIvPg0KCQk8dWl0ZXh0IG5hbWU9IlRBQl9USFVNQiIgdmFsdWU9Iue8qeeVpeWbviIvPg0KCQk8dWl0ZXh0IG5hbWU9IlRBQl9OT1RFUyIgdmFsdWU9IuWkh+azqCIvPg0KCQk8dWl0ZXh0IG5hbWU9IlRBQl9TRUFSQ0giIHZhbHVlPSLmkJzntKIiLz4NCgkJPHVpdGV4dCBuYW1lPSJTTElERV9IRUFESU5HIiB2YWx1ZT0i5bm754Gv54mH5qCH6aKYIi8+DQoJCTx1aXRleHQgbmFtZT0iRFVSQVRJT05fSEVBRElORyIgdmFsdWU9IuaMgee7reaXtumXtCIvPg0KCQk8dWl0ZXh0IG5hbWU9IlNFQVJDSF9IRUFESU5HIiB2YWx1ZT0i5pCc57Si5paH5pysOiIvPg0KCQk8dWl0ZXh0IG5hbWU9IlRIVU1CX0hFQURJTkciIHZhbHVlPSLlubvnga/niYciLz4NCgkJPHVpdGV4dCBuYW1lPSJUSFVNQl9JTkZPIiB2YWx1ZT0i5bm754Gv54mH5qCH6aKYL+aMgee7reaXtumXtCIvPg0KCQk8dWl0ZXh0IG5hbWU9IkFUVEFDSE5BTUVfSEVBRElORyIgdmFsdWU9IuaWh+S7tuWQjSIvPg0KCQk8dWl0ZXh0IG5hbWU9IkFUVEFDSFNJWkVfSEVBRElORyIgdmFsdWU9IuWkp+WwjyIvPg0KCQk8dWl0ZXh0IG5hbWU9IlNMSURFX05PVEVTIiB2YWx1ZT0i5bm754Gv54mH5aSH5rOo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8L2NvbmZpZ3VyYXRpb24+DQo="/>
  <p:tag name="MMPROD_UIDATA" val="&lt;database version=&quot;7.0&quot;&gt;&lt;object type=&quot;1&quot; unique_id=&quot;10001&quot;&gt;&lt;property id=&quot;20141&quot; value=&quot;Test&quot;/&gt;&lt;property id=&quot;20144&quot; value=&quot;0&quot;/&gt;&lt;property id=&quot;20146&quot; value=&quot;0&quot;/&gt;&lt;property id=&quot;20147&quot; value=&quot;0&quot;/&gt;&lt;property id=&quot;20148&quot; value=&quot;0&quot;/&gt;&lt;property id=&quot;20180&quot; value=&quot;1&quot;/&gt;&lt;property id=&quot;20181&quot; value=&quot;1祡䘌໴챐ຸᄸ&quot;/&gt;&lt;property id=&quot;20182&quot; value=&quot;0&quot;/&gt;&lt;property id=&quot;20183&quot; value=&quot;1&quot;/&gt;&lt;property id=&quot;20184&quot; value=&quot;7&quot;/&gt;&lt;property id=&quot;20191&quot; value=&quot;McGill&quot;/&gt;&lt;property id=&quot;20192&quot; value=&quot;https://connect.mcgill.ca&quot;/&gt;&lt;property id=&quot;20193&quot; value=&quot;0&quot;/&gt;&lt;property id=&quot;20224&quot; value=&quot;C:\Users\jremil3.CAMPUS\Desktop\Untitled&quot;/&gt;&lt;property id=&quot;20226&quot; value=&quot;C:\Users\jremil3.CAMPUS\Documents\Test.pptx&quot;/&gt;&lt;property id=&quot;20250&quot; value=&quot;0&quot;/&gt;&lt;property id=&quot;20251&quot; value=&quot;0&quot;/&gt;&lt;property id=&quot;20259&quot; value=&quot;0&quot;/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2&quot; value=&quot;1&quot;/&gt;&lt;property id=&quot;20303&quot; value=&quot;-1&quot;/&gt;&lt;property id=&quot;20307&quot; value=&quot;256&quot;/&gt;&lt;property id=&quot;20309&quot; value=&quot;-1&quot;/&gt;&lt;/object&gt;&lt;/object&gt;&lt;object type=&quot;4&quot; unique_id=&quot;10282&quot;&gt;&lt;/object&gt;&lt;object type=&quot;10&quot; unique_id=&quot;10313&quot;&gt;&lt;object type=&quot;11&quot; unique_id=&quot;10314&quot;&gt;&lt;property id=&quot;20180&quot; value=&quot;1&quot;/&gt;&lt;property id=&quot;20181&quot; value=&quot;1祡䘌໴챐ຸᄸ&quot;/&gt;&lt;property id=&quot;20182&quot; value=&quot;0&quot;/&gt;&lt;property id=&quot;20183&quot; value=&quot;1&quot;/&gt;&lt;/object&gt;&lt;object type=&quot;12&quot; unique_id=&quot;10315&quot;&gt;&lt;/object&gt;&lt;/object&gt;&lt;/object&gt;&lt;/database&gt;"/>
  <p:tag name="SECTOMILLISECCONVERTED" val="1"/>
  <p:tag name="ARTICULATE_DESIGN_ID_3_BODY SLIDES" val="KxQTgtwD"/>
  <p:tag name="ARTICULATE_DESIGN_ID_SCS_INSTRUCTOR_TEMPLATE_FINAL_11JUL12" val="WjYDd5jC"/>
  <p:tag name="ARTICULATE_DESIGN_ID_2_COURSE INTRODUCTION SECTION SLIDES" val="2oyRvmTz"/>
  <p:tag name="ARTICULATE_DESIGN_ID_6_END SLIDE" val="e5N5rkiO"/>
  <p:tag name="ARTICULATE_DESIGN_ID_5_SUMMARY SLIDES" val="0yFMtatE"/>
  <p:tag name="ARTICULATE_DESIGN_ID_4_ACTIVITY SLIDES" val="3IO17py5"/>
  <p:tag name="ARTICULATE_SLIDE_COUNT" val="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3_Body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S_Instructor_Template_JAN-2016_01.potx" id="{B171CE54-E0B3-48DE-B5A6-CB6B870F1157}" vid="{F7B45810-D9B3-47F4-BC11-88D54CF40AC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879ED8B4619441B91687DCDA02DA39" ma:contentTypeVersion="4" ma:contentTypeDescription="Create a new document." ma:contentTypeScope="" ma:versionID="e9f6abe488ccb30ede1a22ac04af6b8b">
  <xsd:schema xmlns:xsd="http://www.w3.org/2001/XMLSchema" xmlns:xs="http://www.w3.org/2001/XMLSchema" xmlns:p="http://schemas.microsoft.com/office/2006/metadata/properties" xmlns:ns2="21d99a6e-e1bc-4d91-b097-03191ed450e9" targetNamespace="http://schemas.microsoft.com/office/2006/metadata/properties" ma:root="true" ma:fieldsID="3456e5b705d00c9872288845cb9a19d4" ns2:_="">
    <xsd:import namespace="21d99a6e-e1bc-4d91-b097-03191ed450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d99a6e-e1bc-4d91-b097-03191ed450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F31B987-AD56-4AEF-AF1A-2C0A63AEB0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d99a6e-e1bc-4d91-b097-03191ed450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E3EF9B-59AC-447C-85F7-757DD6B349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C04534-A83D-479B-A773-C2FB7E41A064}">
  <ds:schemaRefs>
    <ds:schemaRef ds:uri="21d99a6e-e1bc-4d91-b097-03191ed450e9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SCS_Instructor_Template_JAN-2016_final (002)</Template>
  <TotalTime>1820</TotalTime>
  <Words>984</Words>
  <Application>Microsoft Office PowerPoint</Application>
  <PresentationFormat>Widescreen</PresentationFormat>
  <Paragraphs>176</Paragraphs>
  <Slides>24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Britannic Bold</vt:lpstr>
      <vt:lpstr>Calibri</vt:lpstr>
      <vt:lpstr>Courier New</vt:lpstr>
      <vt:lpstr>Verdana</vt:lpstr>
      <vt:lpstr>Wingdings</vt:lpstr>
      <vt:lpstr>3_Body Slides</vt:lpstr>
      <vt:lpstr>Information System Security CCCS 402  Introduction to Computer Security  Module 1   Mona Taghavi</vt:lpstr>
      <vt:lpstr>Session Overview</vt:lpstr>
      <vt:lpstr>PowerPoint Presentation</vt:lpstr>
      <vt:lpstr>Assets</vt:lpstr>
      <vt:lpstr>Values of Assets</vt:lpstr>
      <vt:lpstr>Information Security Definition</vt:lpstr>
      <vt:lpstr>Basic Terms</vt:lpstr>
      <vt:lpstr>Threat</vt:lpstr>
      <vt:lpstr>Vulnerability, Risk and Control</vt:lpstr>
      <vt:lpstr>Identify vulnerabilities, security risk and control:</vt:lpstr>
      <vt:lpstr>Discussion</vt:lpstr>
      <vt:lpstr>C-I-A Triad</vt:lpstr>
      <vt:lpstr>Information security consists:</vt:lpstr>
      <vt:lpstr>Example</vt:lpstr>
      <vt:lpstr>Attacks</vt:lpstr>
      <vt:lpstr>Types of Threats</vt:lpstr>
      <vt:lpstr>Ways for Achieving Security</vt:lpstr>
      <vt:lpstr>Access Control</vt:lpstr>
      <vt:lpstr>Detection</vt:lpstr>
      <vt:lpstr>Response</vt:lpstr>
      <vt:lpstr>Controls/Countermeasures</vt:lpstr>
      <vt:lpstr>Security control categories</vt:lpstr>
      <vt:lpstr>Controls/Countermeasures</vt:lpstr>
      <vt:lpstr>Session Summary</vt:lpstr>
    </vt:vector>
  </TitlesOfParts>
  <Company>McGill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Denise Quildon, Ms.</dc:creator>
  <cp:lastModifiedBy>M</cp:lastModifiedBy>
  <cp:revision>52</cp:revision>
  <dcterms:created xsi:type="dcterms:W3CDTF">2016-01-22T14:51:00Z</dcterms:created>
  <dcterms:modified xsi:type="dcterms:W3CDTF">2024-08-29T03:15:32Z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0x01010059879ED8B4619441B91687DCDA02DA39</vt:lpwstr>
  </property>
  <property fmtid="{D5CDD505-2E9C-101B-9397-08002B2CF9AE}" pid="3" name="_dlc_DocIdItemGuid">
    <vt:lpwstr>7854b057-4ebf-435b-8657-63acaf55ccdc</vt:lpwstr>
  </property>
  <property fmtid="{D5CDD505-2E9C-101B-9397-08002B2CF9AE}" pid="4" name="ArticulateGUID">
    <vt:lpwstr>A7BECAEB-F12F-46DD-80CA-4A5D3808AE7C</vt:lpwstr>
  </property>
  <property fmtid="{D5CDD505-2E9C-101B-9397-08002B2CF9AE}" pid="5" name="ArticulatePath">
    <vt:lpwstr>CPD_Template_2019</vt:lpwstr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emplateUrl">
    <vt:lpwstr/>
  </property>
  <property fmtid="{D5CDD505-2E9C-101B-9397-08002B2CF9AE}" pid="9" name="ComplianceAssetId">
    <vt:lpwstr/>
  </property>
</Properties>
</file>