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42"/>
  </p:notesMasterIdLst>
  <p:handoutMasterIdLst>
    <p:handoutMasterId r:id="rId43"/>
  </p:handoutMasterIdLst>
  <p:sldIdLst>
    <p:sldId id="265" r:id="rId5"/>
    <p:sldId id="261" r:id="rId6"/>
    <p:sldId id="389" r:id="rId7"/>
    <p:sldId id="312" r:id="rId8"/>
    <p:sldId id="316" r:id="rId9"/>
    <p:sldId id="391" r:id="rId10"/>
    <p:sldId id="319" r:id="rId11"/>
    <p:sldId id="385" r:id="rId12"/>
    <p:sldId id="386" r:id="rId13"/>
    <p:sldId id="322" r:id="rId14"/>
    <p:sldId id="387" r:id="rId15"/>
    <p:sldId id="388" r:id="rId16"/>
    <p:sldId id="324" r:id="rId17"/>
    <p:sldId id="308" r:id="rId18"/>
    <p:sldId id="338" r:id="rId19"/>
    <p:sldId id="341" r:id="rId20"/>
    <p:sldId id="342" r:id="rId21"/>
    <p:sldId id="343" r:id="rId22"/>
    <p:sldId id="345" r:id="rId23"/>
    <p:sldId id="350" r:id="rId24"/>
    <p:sldId id="260" r:id="rId25"/>
    <p:sldId id="276" r:id="rId26"/>
    <p:sldId id="277" r:id="rId27"/>
    <p:sldId id="278" r:id="rId28"/>
    <p:sldId id="263" r:id="rId29"/>
    <p:sldId id="264" r:id="rId30"/>
    <p:sldId id="267" r:id="rId31"/>
    <p:sldId id="381" r:id="rId32"/>
    <p:sldId id="392" r:id="rId33"/>
    <p:sldId id="393" r:id="rId34"/>
    <p:sldId id="394" r:id="rId35"/>
    <p:sldId id="395" r:id="rId36"/>
    <p:sldId id="269" r:id="rId37"/>
    <p:sldId id="270" r:id="rId38"/>
    <p:sldId id="275" r:id="rId39"/>
    <p:sldId id="273" r:id="rId40"/>
    <p:sldId id="379" r:id="rId41"/>
  </p:sldIdLst>
  <p:sldSz cx="12192000" cy="6858000"/>
  <p:notesSz cx="6934200" cy="9220200"/>
  <p:custDataLst>
    <p:tags r:id="rId4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  <p:cmAuthor id="1" name="Jordan Larocque, Mr." initials="JLM" lastIdx="2" clrIdx="1">
    <p:extLst>
      <p:ext uri="{19B8F6BF-5375-455C-9EA6-DF929625EA0E}">
        <p15:presenceInfo xmlns:p15="http://schemas.microsoft.com/office/powerpoint/2012/main" userId="S-1-5-21-2570627339-595396017-2782738742-11058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91C8D7"/>
    <a:srgbClr val="ED1B2F"/>
    <a:srgbClr val="8C8C8C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89623" autoAdjust="0"/>
  </p:normalViewPr>
  <p:slideViewPr>
    <p:cSldViewPr>
      <p:cViewPr varScale="1">
        <p:scale>
          <a:sx n="70" d="100"/>
          <a:sy n="70" d="100"/>
        </p:scale>
        <p:origin x="929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a Taghavi" userId="cdd0f8e6-fa0c-4861-85ac-fabaa218fd0b" providerId="ADAL" clId="{691A4E67-0223-4990-AC1D-AE74F78219A0}"/>
    <pc:docChg chg="undo custSel addSld delSld modSld sldOrd">
      <pc:chgData name="Mona Taghavi" userId="cdd0f8e6-fa0c-4861-85ac-fabaa218fd0b" providerId="ADAL" clId="{691A4E67-0223-4990-AC1D-AE74F78219A0}" dt="2024-09-05T14:51:44.955" v="230" actId="20577"/>
      <pc:docMkLst>
        <pc:docMk/>
      </pc:docMkLst>
      <pc:sldChg chg="del">
        <pc:chgData name="Mona Taghavi" userId="cdd0f8e6-fa0c-4861-85ac-fabaa218fd0b" providerId="ADAL" clId="{691A4E67-0223-4990-AC1D-AE74F78219A0}" dt="2024-09-04T15:45:44.231" v="1" actId="2696"/>
        <pc:sldMkLst>
          <pc:docMk/>
          <pc:sldMk cId="918110894" sldId="259"/>
        </pc:sldMkLst>
      </pc:sldChg>
      <pc:sldChg chg="add del">
        <pc:chgData name="Mona Taghavi" userId="cdd0f8e6-fa0c-4861-85ac-fabaa218fd0b" providerId="ADAL" clId="{691A4E67-0223-4990-AC1D-AE74F78219A0}" dt="2024-09-05T03:34:59.988" v="62" actId="2696"/>
        <pc:sldMkLst>
          <pc:docMk/>
          <pc:sldMk cId="389899766" sldId="260"/>
        </pc:sldMkLst>
      </pc:sldChg>
      <pc:sldChg chg="modSp add modAnim modNotesTx">
        <pc:chgData name="Mona Taghavi" userId="cdd0f8e6-fa0c-4861-85ac-fabaa218fd0b" providerId="ADAL" clId="{691A4E67-0223-4990-AC1D-AE74F78219A0}" dt="2024-09-05T03:36:18.193" v="90"/>
        <pc:sldMkLst>
          <pc:docMk/>
          <pc:sldMk cId="1544591290" sldId="260"/>
        </pc:sldMkLst>
        <pc:spChg chg="mod">
          <ac:chgData name="Mona Taghavi" userId="cdd0f8e6-fa0c-4861-85ac-fabaa218fd0b" providerId="ADAL" clId="{691A4E67-0223-4990-AC1D-AE74F78219A0}" dt="2024-09-05T03:35:32.331" v="87" actId="20577"/>
          <ac:spMkLst>
            <pc:docMk/>
            <pc:sldMk cId="1544591290" sldId="260"/>
            <ac:spMk id="2" creationId="{C4DA72F5-3740-4D86-AAD6-2A4CF1C40D8B}"/>
          </ac:spMkLst>
        </pc:spChg>
      </pc:sldChg>
      <pc:sldChg chg="modSp">
        <pc:chgData name="Mona Taghavi" userId="cdd0f8e6-fa0c-4861-85ac-fabaa218fd0b" providerId="ADAL" clId="{691A4E67-0223-4990-AC1D-AE74F78219A0}" dt="2024-09-05T05:02:46.888" v="211" actId="20577"/>
        <pc:sldMkLst>
          <pc:docMk/>
          <pc:sldMk cId="4225582243" sldId="261"/>
        </pc:sldMkLst>
        <pc:spChg chg="mod">
          <ac:chgData name="Mona Taghavi" userId="cdd0f8e6-fa0c-4861-85ac-fabaa218fd0b" providerId="ADAL" clId="{691A4E67-0223-4990-AC1D-AE74F78219A0}" dt="2024-09-05T05:02:46.888" v="211" actId="20577"/>
          <ac:spMkLst>
            <pc:docMk/>
            <pc:sldMk cId="4225582243" sldId="261"/>
            <ac:spMk id="3" creationId="{00000000-0000-0000-0000-000000000000}"/>
          </ac:spMkLst>
        </pc:spChg>
      </pc:sldChg>
      <pc:sldChg chg="add del">
        <pc:chgData name="Mona Taghavi" userId="cdd0f8e6-fa0c-4861-85ac-fabaa218fd0b" providerId="ADAL" clId="{691A4E67-0223-4990-AC1D-AE74F78219A0}" dt="2024-09-05T03:35:00.089" v="66" actId="2696"/>
        <pc:sldMkLst>
          <pc:docMk/>
          <pc:sldMk cId="141039407" sldId="263"/>
        </pc:sldMkLst>
      </pc:sldChg>
      <pc:sldChg chg="add">
        <pc:chgData name="Mona Taghavi" userId="cdd0f8e6-fa0c-4861-85ac-fabaa218fd0b" providerId="ADAL" clId="{691A4E67-0223-4990-AC1D-AE74F78219A0}" dt="2024-09-05T03:35:13.906" v="74"/>
        <pc:sldMkLst>
          <pc:docMk/>
          <pc:sldMk cId="3876604675" sldId="263"/>
        </pc:sldMkLst>
      </pc:sldChg>
      <pc:sldChg chg="add del">
        <pc:chgData name="Mona Taghavi" userId="cdd0f8e6-fa0c-4861-85ac-fabaa218fd0b" providerId="ADAL" clId="{691A4E67-0223-4990-AC1D-AE74F78219A0}" dt="2024-09-05T03:35:00.122" v="67" actId="2696"/>
        <pc:sldMkLst>
          <pc:docMk/>
          <pc:sldMk cId="677434989" sldId="264"/>
        </pc:sldMkLst>
      </pc:sldChg>
      <pc:sldChg chg="modSp add">
        <pc:chgData name="Mona Taghavi" userId="cdd0f8e6-fa0c-4861-85ac-fabaa218fd0b" providerId="ADAL" clId="{691A4E67-0223-4990-AC1D-AE74F78219A0}" dt="2024-09-05T05:07:40.202" v="228" actId="14100"/>
        <pc:sldMkLst>
          <pc:docMk/>
          <pc:sldMk cId="2673541418" sldId="264"/>
        </pc:sldMkLst>
        <pc:picChg chg="mod">
          <ac:chgData name="Mona Taghavi" userId="cdd0f8e6-fa0c-4861-85ac-fabaa218fd0b" providerId="ADAL" clId="{691A4E67-0223-4990-AC1D-AE74F78219A0}" dt="2024-09-05T05:07:40.202" v="228" actId="14100"/>
          <ac:picMkLst>
            <pc:docMk/>
            <pc:sldMk cId="2673541418" sldId="264"/>
            <ac:picMk id="4" creationId="{8E48238F-EE83-43DC-8872-AE10D6A80E2C}"/>
          </ac:picMkLst>
        </pc:picChg>
      </pc:sldChg>
      <pc:sldChg chg="modSp">
        <pc:chgData name="Mona Taghavi" userId="cdd0f8e6-fa0c-4861-85ac-fabaa218fd0b" providerId="ADAL" clId="{691A4E67-0223-4990-AC1D-AE74F78219A0}" dt="2024-09-05T14:51:44.955" v="230" actId="20577"/>
        <pc:sldMkLst>
          <pc:docMk/>
          <pc:sldMk cId="2086746270" sldId="265"/>
        </pc:sldMkLst>
        <pc:spChg chg="mod">
          <ac:chgData name="Mona Taghavi" userId="cdd0f8e6-fa0c-4861-85ac-fabaa218fd0b" providerId="ADAL" clId="{691A4E67-0223-4990-AC1D-AE74F78219A0}" dt="2024-09-05T14:51:44.955" v="230" actId="20577"/>
          <ac:spMkLst>
            <pc:docMk/>
            <pc:sldMk cId="2086746270" sldId="265"/>
            <ac:spMk id="2" creationId="{00000000-0000-0000-0000-000000000000}"/>
          </ac:spMkLst>
        </pc:spChg>
      </pc:sldChg>
      <pc:sldChg chg="del">
        <pc:chgData name="Mona Taghavi" userId="cdd0f8e6-fa0c-4861-85ac-fabaa218fd0b" providerId="ADAL" clId="{691A4E67-0223-4990-AC1D-AE74F78219A0}" dt="2024-09-04T15:33:15.690" v="0" actId="2696"/>
        <pc:sldMkLst>
          <pc:docMk/>
          <pc:sldMk cId="301406571" sldId="266"/>
        </pc:sldMkLst>
      </pc:sldChg>
      <pc:sldChg chg="add del">
        <pc:chgData name="Mona Taghavi" userId="cdd0f8e6-fa0c-4861-85ac-fabaa218fd0b" providerId="ADAL" clId="{691A4E67-0223-4990-AC1D-AE74F78219A0}" dt="2024-09-05T03:35:00.188" v="69" actId="2696"/>
        <pc:sldMkLst>
          <pc:docMk/>
          <pc:sldMk cId="1616013233" sldId="267"/>
        </pc:sldMkLst>
      </pc:sldChg>
      <pc:sldChg chg="add ord">
        <pc:chgData name="Mona Taghavi" userId="cdd0f8e6-fa0c-4861-85ac-fabaa218fd0b" providerId="ADAL" clId="{691A4E67-0223-4990-AC1D-AE74F78219A0}" dt="2024-09-05T03:38:02.369" v="91"/>
        <pc:sldMkLst>
          <pc:docMk/>
          <pc:sldMk cId="2214295737" sldId="267"/>
        </pc:sldMkLst>
      </pc:sldChg>
      <pc:sldChg chg="modSp add">
        <pc:chgData name="Mona Taghavi" userId="cdd0f8e6-fa0c-4861-85ac-fabaa218fd0b" providerId="ADAL" clId="{691A4E67-0223-4990-AC1D-AE74F78219A0}" dt="2024-09-05T03:38:34.273" v="96" actId="27636"/>
        <pc:sldMkLst>
          <pc:docMk/>
          <pc:sldMk cId="1939240982" sldId="269"/>
        </pc:sldMkLst>
        <pc:spChg chg="mod">
          <ac:chgData name="Mona Taghavi" userId="cdd0f8e6-fa0c-4861-85ac-fabaa218fd0b" providerId="ADAL" clId="{691A4E67-0223-4990-AC1D-AE74F78219A0}" dt="2024-09-05T03:38:34.273" v="96" actId="27636"/>
          <ac:spMkLst>
            <pc:docMk/>
            <pc:sldMk cId="1939240982" sldId="269"/>
            <ac:spMk id="3" creationId="{9C82409B-370C-4C67-B38C-02DEE4FD324B}"/>
          </ac:spMkLst>
        </pc:spChg>
      </pc:sldChg>
      <pc:sldChg chg="add del">
        <pc:chgData name="Mona Taghavi" userId="cdd0f8e6-fa0c-4861-85ac-fabaa218fd0b" providerId="ADAL" clId="{691A4E67-0223-4990-AC1D-AE74F78219A0}" dt="2024-09-05T03:35:00.223" v="70" actId="2696"/>
        <pc:sldMkLst>
          <pc:docMk/>
          <pc:sldMk cId="2859340135" sldId="269"/>
        </pc:sldMkLst>
      </pc:sldChg>
      <pc:sldChg chg="add del">
        <pc:chgData name="Mona Taghavi" userId="cdd0f8e6-fa0c-4861-85ac-fabaa218fd0b" providerId="ADAL" clId="{691A4E67-0223-4990-AC1D-AE74F78219A0}" dt="2024-09-05T03:35:00.244" v="71" actId="2696"/>
        <pc:sldMkLst>
          <pc:docMk/>
          <pc:sldMk cId="2321282179" sldId="270"/>
        </pc:sldMkLst>
      </pc:sldChg>
      <pc:sldChg chg="modSp add">
        <pc:chgData name="Mona Taghavi" userId="cdd0f8e6-fa0c-4861-85ac-fabaa218fd0b" providerId="ADAL" clId="{691A4E67-0223-4990-AC1D-AE74F78219A0}" dt="2024-09-05T03:39:03.147" v="98" actId="20577"/>
        <pc:sldMkLst>
          <pc:docMk/>
          <pc:sldMk cId="3578197204" sldId="270"/>
        </pc:sldMkLst>
        <pc:spChg chg="mod">
          <ac:chgData name="Mona Taghavi" userId="cdd0f8e6-fa0c-4861-85ac-fabaa218fd0b" providerId="ADAL" clId="{691A4E67-0223-4990-AC1D-AE74F78219A0}" dt="2024-09-05T03:39:03.147" v="98" actId="20577"/>
          <ac:spMkLst>
            <pc:docMk/>
            <pc:sldMk cId="3578197204" sldId="270"/>
            <ac:spMk id="3" creationId="{9C82409B-370C-4C67-B38C-02DEE4FD324B}"/>
          </ac:spMkLst>
        </pc:spChg>
      </pc:sldChg>
      <pc:sldChg chg="add">
        <pc:chgData name="Mona Taghavi" userId="cdd0f8e6-fa0c-4861-85ac-fabaa218fd0b" providerId="ADAL" clId="{691A4E67-0223-4990-AC1D-AE74F78219A0}" dt="2024-09-05T03:35:13.906" v="74"/>
        <pc:sldMkLst>
          <pc:docMk/>
          <pc:sldMk cId="981701845" sldId="273"/>
        </pc:sldMkLst>
      </pc:sldChg>
      <pc:sldChg chg="add del">
        <pc:chgData name="Mona Taghavi" userId="cdd0f8e6-fa0c-4861-85ac-fabaa218fd0b" providerId="ADAL" clId="{691A4E67-0223-4990-AC1D-AE74F78219A0}" dt="2024-09-05T03:35:00.307" v="73" actId="2696"/>
        <pc:sldMkLst>
          <pc:docMk/>
          <pc:sldMk cId="2173459971" sldId="273"/>
        </pc:sldMkLst>
      </pc:sldChg>
      <pc:sldChg chg="add">
        <pc:chgData name="Mona Taghavi" userId="cdd0f8e6-fa0c-4861-85ac-fabaa218fd0b" providerId="ADAL" clId="{691A4E67-0223-4990-AC1D-AE74F78219A0}" dt="2024-09-05T03:35:13.906" v="74"/>
        <pc:sldMkLst>
          <pc:docMk/>
          <pc:sldMk cId="440004476" sldId="275"/>
        </pc:sldMkLst>
      </pc:sldChg>
      <pc:sldChg chg="add del">
        <pc:chgData name="Mona Taghavi" userId="cdd0f8e6-fa0c-4861-85ac-fabaa218fd0b" providerId="ADAL" clId="{691A4E67-0223-4990-AC1D-AE74F78219A0}" dt="2024-09-05T03:35:00.272" v="72" actId="2696"/>
        <pc:sldMkLst>
          <pc:docMk/>
          <pc:sldMk cId="1232750981" sldId="275"/>
        </pc:sldMkLst>
      </pc:sldChg>
      <pc:sldChg chg="modSp add">
        <pc:chgData name="Mona Taghavi" userId="cdd0f8e6-fa0c-4861-85ac-fabaa218fd0b" providerId="ADAL" clId="{691A4E67-0223-4990-AC1D-AE74F78219A0}" dt="2024-09-05T05:07:00.356" v="225" actId="14100"/>
        <pc:sldMkLst>
          <pc:docMk/>
          <pc:sldMk cId="410367693" sldId="276"/>
        </pc:sldMkLst>
        <pc:spChg chg="mod">
          <ac:chgData name="Mona Taghavi" userId="cdd0f8e6-fa0c-4861-85ac-fabaa218fd0b" providerId="ADAL" clId="{691A4E67-0223-4990-AC1D-AE74F78219A0}" dt="2024-09-05T05:07:00.356" v="225" actId="14100"/>
          <ac:spMkLst>
            <pc:docMk/>
            <pc:sldMk cId="410367693" sldId="276"/>
            <ac:spMk id="7174" creationId="{5A76FDBF-9B29-4F42-9BF6-FFA6B8665F6A}"/>
          </ac:spMkLst>
        </pc:spChg>
      </pc:sldChg>
      <pc:sldChg chg="modSp add del">
        <pc:chgData name="Mona Taghavi" userId="cdd0f8e6-fa0c-4861-85ac-fabaa218fd0b" providerId="ADAL" clId="{691A4E67-0223-4990-AC1D-AE74F78219A0}" dt="2024-09-05T03:35:00.009" v="63" actId="2696"/>
        <pc:sldMkLst>
          <pc:docMk/>
          <pc:sldMk cId="410367693" sldId="276"/>
        </pc:sldMkLst>
        <pc:spChg chg="mod">
          <ac:chgData name="Mona Taghavi" userId="cdd0f8e6-fa0c-4861-85ac-fabaa218fd0b" providerId="ADAL" clId="{691A4E67-0223-4990-AC1D-AE74F78219A0}" dt="2024-09-04T16:11:13.750" v="5" actId="27636"/>
          <ac:spMkLst>
            <pc:docMk/>
            <pc:sldMk cId="410367693" sldId="276"/>
            <ac:spMk id="7186" creationId="{B92C6B8A-9763-4440-86A3-9EB9346031F3}"/>
          </ac:spMkLst>
        </pc:spChg>
      </pc:sldChg>
      <pc:sldChg chg="add">
        <pc:chgData name="Mona Taghavi" userId="cdd0f8e6-fa0c-4861-85ac-fabaa218fd0b" providerId="ADAL" clId="{691A4E67-0223-4990-AC1D-AE74F78219A0}" dt="2024-09-05T03:35:13.906" v="74"/>
        <pc:sldMkLst>
          <pc:docMk/>
          <pc:sldMk cId="3199073355" sldId="277"/>
        </pc:sldMkLst>
      </pc:sldChg>
      <pc:sldChg chg="add del">
        <pc:chgData name="Mona Taghavi" userId="cdd0f8e6-fa0c-4861-85ac-fabaa218fd0b" providerId="ADAL" clId="{691A4E67-0223-4990-AC1D-AE74F78219A0}" dt="2024-09-05T03:35:00.044" v="64" actId="2696"/>
        <pc:sldMkLst>
          <pc:docMk/>
          <pc:sldMk cId="3199073355" sldId="277"/>
        </pc:sldMkLst>
      </pc:sldChg>
      <pc:sldChg chg="add del">
        <pc:chgData name="Mona Taghavi" userId="cdd0f8e6-fa0c-4861-85ac-fabaa218fd0b" providerId="ADAL" clId="{691A4E67-0223-4990-AC1D-AE74F78219A0}" dt="2024-09-05T03:35:00.056" v="65" actId="2696"/>
        <pc:sldMkLst>
          <pc:docMk/>
          <pc:sldMk cId="2339188308" sldId="278"/>
        </pc:sldMkLst>
      </pc:sldChg>
      <pc:sldChg chg="add modNotesTx">
        <pc:chgData name="Mona Taghavi" userId="cdd0f8e6-fa0c-4861-85ac-fabaa218fd0b" providerId="ADAL" clId="{691A4E67-0223-4990-AC1D-AE74F78219A0}" dt="2024-09-05T05:07:17.155" v="226" actId="20577"/>
        <pc:sldMkLst>
          <pc:docMk/>
          <pc:sldMk cId="2339188308" sldId="278"/>
        </pc:sldMkLst>
      </pc:sldChg>
      <pc:sldChg chg="modSp ord">
        <pc:chgData name="Mona Taghavi" userId="cdd0f8e6-fa0c-4861-85ac-fabaa218fd0b" providerId="ADAL" clId="{691A4E67-0223-4990-AC1D-AE74F78219A0}" dt="2024-09-05T05:05:57.379" v="219" actId="20577"/>
        <pc:sldMkLst>
          <pc:docMk/>
          <pc:sldMk cId="2618554205" sldId="308"/>
        </pc:sldMkLst>
        <pc:spChg chg="mod">
          <ac:chgData name="Mona Taghavi" userId="cdd0f8e6-fa0c-4861-85ac-fabaa218fd0b" providerId="ADAL" clId="{691A4E67-0223-4990-AC1D-AE74F78219A0}" dt="2024-09-05T05:05:57.379" v="219" actId="20577"/>
          <ac:spMkLst>
            <pc:docMk/>
            <pc:sldMk cId="2618554205" sldId="308"/>
            <ac:spMk id="3" creationId="{06F0D0FB-FA8F-4044-BFC1-01BCC41D4BC3}"/>
          </ac:spMkLst>
        </pc:spChg>
      </pc:sldChg>
      <pc:sldChg chg="modSp del ord">
        <pc:chgData name="Mona Taghavi" userId="cdd0f8e6-fa0c-4861-85ac-fabaa218fd0b" providerId="ADAL" clId="{691A4E67-0223-4990-AC1D-AE74F78219A0}" dt="2024-09-05T02:31:22.996" v="45" actId="2696"/>
        <pc:sldMkLst>
          <pc:docMk/>
          <pc:sldMk cId="1486717943" sldId="309"/>
        </pc:sldMkLst>
        <pc:spChg chg="mod">
          <ac:chgData name="Mona Taghavi" userId="cdd0f8e6-fa0c-4861-85ac-fabaa218fd0b" providerId="ADAL" clId="{691A4E67-0223-4990-AC1D-AE74F78219A0}" dt="2024-09-04T15:58:01.662" v="3" actId="27636"/>
          <ac:spMkLst>
            <pc:docMk/>
            <pc:sldMk cId="1486717943" sldId="309"/>
            <ac:spMk id="2" creationId="{47C2548A-8043-4A3E-AC5F-6918331441D0}"/>
          </ac:spMkLst>
        </pc:spChg>
      </pc:sldChg>
      <pc:sldChg chg="modSp modAnim">
        <pc:chgData name="Mona Taghavi" userId="cdd0f8e6-fa0c-4861-85ac-fabaa218fd0b" providerId="ADAL" clId="{691A4E67-0223-4990-AC1D-AE74F78219A0}" dt="2024-09-04T16:16:12.730" v="26" actId="20577"/>
        <pc:sldMkLst>
          <pc:docMk/>
          <pc:sldMk cId="3695945736" sldId="312"/>
        </pc:sldMkLst>
        <pc:spChg chg="mod">
          <ac:chgData name="Mona Taghavi" userId="cdd0f8e6-fa0c-4861-85ac-fabaa218fd0b" providerId="ADAL" clId="{691A4E67-0223-4990-AC1D-AE74F78219A0}" dt="2024-09-04T16:16:12.730" v="26" actId="20577"/>
          <ac:spMkLst>
            <pc:docMk/>
            <pc:sldMk cId="3695945736" sldId="312"/>
            <ac:spMk id="3" creationId="{CFF090D6-31CF-4C0F-ACB8-EF6B32C9ED2D}"/>
          </ac:spMkLst>
        </pc:spChg>
      </pc:sldChg>
      <pc:sldChg chg="modSp modNotesTx">
        <pc:chgData name="Mona Taghavi" userId="cdd0f8e6-fa0c-4861-85ac-fabaa218fd0b" providerId="ADAL" clId="{691A4E67-0223-4990-AC1D-AE74F78219A0}" dt="2024-09-05T05:03:17.991" v="213" actId="113"/>
        <pc:sldMkLst>
          <pc:docMk/>
          <pc:sldMk cId="3004906266" sldId="316"/>
        </pc:sldMkLst>
        <pc:spChg chg="mod">
          <ac:chgData name="Mona Taghavi" userId="cdd0f8e6-fa0c-4861-85ac-fabaa218fd0b" providerId="ADAL" clId="{691A4E67-0223-4990-AC1D-AE74F78219A0}" dt="2024-09-05T05:03:17.991" v="213" actId="113"/>
          <ac:spMkLst>
            <pc:docMk/>
            <pc:sldMk cId="3004906266" sldId="316"/>
            <ac:spMk id="3" creationId="{00000000-0000-0000-0000-000000000000}"/>
          </ac:spMkLst>
        </pc:spChg>
      </pc:sldChg>
      <pc:sldChg chg="modNotesTx">
        <pc:chgData name="Mona Taghavi" userId="cdd0f8e6-fa0c-4861-85ac-fabaa218fd0b" providerId="ADAL" clId="{691A4E67-0223-4990-AC1D-AE74F78219A0}" dt="2024-09-05T05:03:35.081" v="215" actId="20577"/>
        <pc:sldMkLst>
          <pc:docMk/>
          <pc:sldMk cId="4248662229" sldId="319"/>
        </pc:sldMkLst>
      </pc:sldChg>
      <pc:sldChg chg="del">
        <pc:chgData name="Mona Taghavi" userId="cdd0f8e6-fa0c-4861-85ac-fabaa218fd0b" providerId="ADAL" clId="{691A4E67-0223-4990-AC1D-AE74F78219A0}" dt="2024-09-04T17:02:35.993" v="42" actId="2696"/>
        <pc:sldMkLst>
          <pc:docMk/>
          <pc:sldMk cId="1445052774" sldId="326"/>
        </pc:sldMkLst>
      </pc:sldChg>
      <pc:sldChg chg="del">
        <pc:chgData name="Mona Taghavi" userId="cdd0f8e6-fa0c-4861-85ac-fabaa218fd0b" providerId="ADAL" clId="{691A4E67-0223-4990-AC1D-AE74F78219A0}" dt="2024-09-05T00:06:52.623" v="43" actId="2696"/>
        <pc:sldMkLst>
          <pc:docMk/>
          <pc:sldMk cId="2668924796" sldId="339"/>
        </pc:sldMkLst>
      </pc:sldChg>
      <pc:sldChg chg="modSp modNotesTx">
        <pc:chgData name="Mona Taghavi" userId="cdd0f8e6-fa0c-4861-85ac-fabaa218fd0b" providerId="ADAL" clId="{691A4E67-0223-4990-AC1D-AE74F78219A0}" dt="2024-09-05T05:06:12.768" v="220" actId="20577"/>
        <pc:sldMkLst>
          <pc:docMk/>
          <pc:sldMk cId="2186925142" sldId="341"/>
        </pc:sldMkLst>
        <pc:spChg chg="mod">
          <ac:chgData name="Mona Taghavi" userId="cdd0f8e6-fa0c-4861-85ac-fabaa218fd0b" providerId="ADAL" clId="{691A4E67-0223-4990-AC1D-AE74F78219A0}" dt="2024-09-05T03:34:14.627" v="61" actId="20577"/>
          <ac:spMkLst>
            <pc:docMk/>
            <pc:sldMk cId="2186925142" sldId="341"/>
            <ac:spMk id="3" creationId="{00000000-0000-0000-0000-000000000000}"/>
          </ac:spMkLst>
        </pc:spChg>
      </pc:sldChg>
      <pc:sldChg chg="del">
        <pc:chgData name="Mona Taghavi" userId="cdd0f8e6-fa0c-4861-85ac-fabaa218fd0b" providerId="ADAL" clId="{691A4E67-0223-4990-AC1D-AE74F78219A0}" dt="2024-09-05T03:11:33.319" v="46" actId="2696"/>
        <pc:sldMkLst>
          <pc:docMk/>
          <pc:sldMk cId="1256562962" sldId="346"/>
        </pc:sldMkLst>
      </pc:sldChg>
      <pc:sldChg chg="del">
        <pc:chgData name="Mona Taghavi" userId="cdd0f8e6-fa0c-4861-85ac-fabaa218fd0b" providerId="ADAL" clId="{691A4E67-0223-4990-AC1D-AE74F78219A0}" dt="2024-09-05T03:11:39.522" v="47" actId="2696"/>
        <pc:sldMkLst>
          <pc:docMk/>
          <pc:sldMk cId="2755089652" sldId="347"/>
        </pc:sldMkLst>
      </pc:sldChg>
      <pc:sldChg chg="del">
        <pc:chgData name="Mona Taghavi" userId="cdd0f8e6-fa0c-4861-85ac-fabaa218fd0b" providerId="ADAL" clId="{691A4E67-0223-4990-AC1D-AE74F78219A0}" dt="2024-09-05T03:11:49.778" v="48" actId="2696"/>
        <pc:sldMkLst>
          <pc:docMk/>
          <pc:sldMk cId="714923048" sldId="348"/>
        </pc:sldMkLst>
      </pc:sldChg>
      <pc:sldChg chg="del">
        <pc:chgData name="Mona Taghavi" userId="cdd0f8e6-fa0c-4861-85ac-fabaa218fd0b" providerId="ADAL" clId="{691A4E67-0223-4990-AC1D-AE74F78219A0}" dt="2024-09-05T03:34:08.610" v="60" actId="2696"/>
        <pc:sldMkLst>
          <pc:docMk/>
          <pc:sldMk cId="3654108973" sldId="349"/>
        </pc:sldMkLst>
      </pc:sldChg>
      <pc:sldChg chg="del">
        <pc:chgData name="Mona Taghavi" userId="cdd0f8e6-fa0c-4861-85ac-fabaa218fd0b" providerId="ADAL" clId="{691A4E67-0223-4990-AC1D-AE74F78219A0}" dt="2024-09-05T03:12:06.315" v="49" actId="2696"/>
        <pc:sldMkLst>
          <pc:docMk/>
          <pc:sldMk cId="2703844692" sldId="351"/>
        </pc:sldMkLst>
      </pc:sldChg>
      <pc:sldChg chg="del">
        <pc:chgData name="Mona Taghavi" userId="cdd0f8e6-fa0c-4861-85ac-fabaa218fd0b" providerId="ADAL" clId="{691A4E67-0223-4990-AC1D-AE74F78219A0}" dt="2024-09-05T03:39:37.471" v="99" actId="2696"/>
        <pc:sldMkLst>
          <pc:docMk/>
          <pc:sldMk cId="2225683121" sldId="355"/>
        </pc:sldMkLst>
      </pc:sldChg>
      <pc:sldChg chg="del">
        <pc:chgData name="Mona Taghavi" userId="cdd0f8e6-fa0c-4861-85ac-fabaa218fd0b" providerId="ADAL" clId="{691A4E67-0223-4990-AC1D-AE74F78219A0}" dt="2024-09-05T03:41:36.783" v="100" actId="2696"/>
        <pc:sldMkLst>
          <pc:docMk/>
          <pc:sldMk cId="1244457267" sldId="359"/>
        </pc:sldMkLst>
      </pc:sldChg>
      <pc:sldChg chg="del">
        <pc:chgData name="Mona Taghavi" userId="cdd0f8e6-fa0c-4861-85ac-fabaa218fd0b" providerId="ADAL" clId="{691A4E67-0223-4990-AC1D-AE74F78219A0}" dt="2024-09-05T03:41:42.665" v="101" actId="2696"/>
        <pc:sldMkLst>
          <pc:docMk/>
          <pc:sldMk cId="2651191643" sldId="360"/>
        </pc:sldMkLst>
      </pc:sldChg>
      <pc:sldChg chg="del">
        <pc:chgData name="Mona Taghavi" userId="cdd0f8e6-fa0c-4861-85ac-fabaa218fd0b" providerId="ADAL" clId="{691A4E67-0223-4990-AC1D-AE74F78219A0}" dt="2024-09-05T03:41:45.927" v="102" actId="2696"/>
        <pc:sldMkLst>
          <pc:docMk/>
          <pc:sldMk cId="713140314" sldId="361"/>
        </pc:sldMkLst>
      </pc:sldChg>
      <pc:sldChg chg="del">
        <pc:chgData name="Mona Taghavi" userId="cdd0f8e6-fa0c-4861-85ac-fabaa218fd0b" providerId="ADAL" clId="{691A4E67-0223-4990-AC1D-AE74F78219A0}" dt="2024-09-05T03:42:02.093" v="104" actId="2696"/>
        <pc:sldMkLst>
          <pc:docMk/>
          <pc:sldMk cId="2687133158" sldId="364"/>
        </pc:sldMkLst>
      </pc:sldChg>
      <pc:sldChg chg="del">
        <pc:chgData name="Mona Taghavi" userId="cdd0f8e6-fa0c-4861-85ac-fabaa218fd0b" providerId="ADAL" clId="{691A4E67-0223-4990-AC1D-AE74F78219A0}" dt="2024-09-05T03:42:25.443" v="105" actId="2696"/>
        <pc:sldMkLst>
          <pc:docMk/>
          <pc:sldMk cId="2004425795" sldId="365"/>
        </pc:sldMkLst>
      </pc:sldChg>
      <pc:sldChg chg="del">
        <pc:chgData name="Mona Taghavi" userId="cdd0f8e6-fa0c-4861-85ac-fabaa218fd0b" providerId="ADAL" clId="{691A4E67-0223-4990-AC1D-AE74F78219A0}" dt="2024-09-05T03:50:47.144" v="106" actId="2696"/>
        <pc:sldMkLst>
          <pc:docMk/>
          <pc:sldMk cId="1328016141" sldId="366"/>
        </pc:sldMkLst>
      </pc:sldChg>
      <pc:sldChg chg="del">
        <pc:chgData name="Mona Taghavi" userId="cdd0f8e6-fa0c-4861-85ac-fabaa218fd0b" providerId="ADAL" clId="{691A4E67-0223-4990-AC1D-AE74F78219A0}" dt="2024-09-05T03:50:50.873" v="107" actId="2696"/>
        <pc:sldMkLst>
          <pc:docMk/>
          <pc:sldMk cId="1181270158" sldId="367"/>
        </pc:sldMkLst>
      </pc:sldChg>
      <pc:sldChg chg="del">
        <pc:chgData name="Mona Taghavi" userId="cdd0f8e6-fa0c-4861-85ac-fabaa218fd0b" providerId="ADAL" clId="{691A4E67-0223-4990-AC1D-AE74F78219A0}" dt="2024-09-05T03:50:54.728" v="108" actId="2696"/>
        <pc:sldMkLst>
          <pc:docMk/>
          <pc:sldMk cId="2791771504" sldId="368"/>
        </pc:sldMkLst>
      </pc:sldChg>
      <pc:sldChg chg="del">
        <pc:chgData name="Mona Taghavi" userId="cdd0f8e6-fa0c-4861-85ac-fabaa218fd0b" providerId="ADAL" clId="{691A4E67-0223-4990-AC1D-AE74F78219A0}" dt="2024-09-05T03:50:56.189" v="109" actId="2696"/>
        <pc:sldMkLst>
          <pc:docMk/>
          <pc:sldMk cId="3236009693" sldId="369"/>
        </pc:sldMkLst>
      </pc:sldChg>
      <pc:sldChg chg="del">
        <pc:chgData name="Mona Taghavi" userId="cdd0f8e6-fa0c-4861-85ac-fabaa218fd0b" providerId="ADAL" clId="{691A4E67-0223-4990-AC1D-AE74F78219A0}" dt="2024-09-05T03:50:58.849" v="110" actId="2696"/>
        <pc:sldMkLst>
          <pc:docMk/>
          <pc:sldMk cId="2327204080" sldId="370"/>
        </pc:sldMkLst>
      </pc:sldChg>
      <pc:sldChg chg="del">
        <pc:chgData name="Mona Taghavi" userId="cdd0f8e6-fa0c-4861-85ac-fabaa218fd0b" providerId="ADAL" clId="{691A4E67-0223-4990-AC1D-AE74F78219A0}" dt="2024-09-05T03:51:27" v="111" actId="2696"/>
        <pc:sldMkLst>
          <pc:docMk/>
          <pc:sldMk cId="3774284820" sldId="371"/>
        </pc:sldMkLst>
      </pc:sldChg>
      <pc:sldChg chg="del">
        <pc:chgData name="Mona Taghavi" userId="cdd0f8e6-fa0c-4861-85ac-fabaa218fd0b" providerId="ADAL" clId="{691A4E67-0223-4990-AC1D-AE74F78219A0}" dt="2024-09-05T03:51:29.697" v="112" actId="2696"/>
        <pc:sldMkLst>
          <pc:docMk/>
          <pc:sldMk cId="4019358301" sldId="372"/>
        </pc:sldMkLst>
      </pc:sldChg>
      <pc:sldChg chg="del">
        <pc:chgData name="Mona Taghavi" userId="cdd0f8e6-fa0c-4861-85ac-fabaa218fd0b" providerId="ADAL" clId="{691A4E67-0223-4990-AC1D-AE74F78219A0}" dt="2024-09-05T03:51:30.462" v="113" actId="2696"/>
        <pc:sldMkLst>
          <pc:docMk/>
          <pc:sldMk cId="87121417" sldId="373"/>
        </pc:sldMkLst>
      </pc:sldChg>
      <pc:sldChg chg="del">
        <pc:chgData name="Mona Taghavi" userId="cdd0f8e6-fa0c-4861-85ac-fabaa218fd0b" providerId="ADAL" clId="{691A4E67-0223-4990-AC1D-AE74F78219A0}" dt="2024-09-05T03:51:31.802" v="114" actId="2696"/>
        <pc:sldMkLst>
          <pc:docMk/>
          <pc:sldMk cId="655222309" sldId="374"/>
        </pc:sldMkLst>
      </pc:sldChg>
      <pc:sldChg chg="del">
        <pc:chgData name="Mona Taghavi" userId="cdd0f8e6-fa0c-4861-85ac-fabaa218fd0b" providerId="ADAL" clId="{691A4E67-0223-4990-AC1D-AE74F78219A0}" dt="2024-09-05T03:51:33.845" v="115" actId="2696"/>
        <pc:sldMkLst>
          <pc:docMk/>
          <pc:sldMk cId="2453863122" sldId="375"/>
        </pc:sldMkLst>
      </pc:sldChg>
      <pc:sldChg chg="del">
        <pc:chgData name="Mona Taghavi" userId="cdd0f8e6-fa0c-4861-85ac-fabaa218fd0b" providerId="ADAL" clId="{691A4E67-0223-4990-AC1D-AE74F78219A0}" dt="2024-09-05T03:51:35.288" v="116" actId="2696"/>
        <pc:sldMkLst>
          <pc:docMk/>
          <pc:sldMk cId="946651457" sldId="376"/>
        </pc:sldMkLst>
      </pc:sldChg>
      <pc:sldChg chg="del">
        <pc:chgData name="Mona Taghavi" userId="cdd0f8e6-fa0c-4861-85ac-fabaa218fd0b" providerId="ADAL" clId="{691A4E67-0223-4990-AC1D-AE74F78219A0}" dt="2024-09-05T03:52:05.755" v="117" actId="2696"/>
        <pc:sldMkLst>
          <pc:docMk/>
          <pc:sldMk cId="2092100632" sldId="377"/>
        </pc:sldMkLst>
      </pc:sldChg>
      <pc:sldChg chg="del">
        <pc:chgData name="Mona Taghavi" userId="cdd0f8e6-fa0c-4861-85ac-fabaa218fd0b" providerId="ADAL" clId="{691A4E67-0223-4990-AC1D-AE74F78219A0}" dt="2024-09-05T05:01:06.116" v="200" actId="2696"/>
        <pc:sldMkLst>
          <pc:docMk/>
          <pc:sldMk cId="1283376344" sldId="378"/>
        </pc:sldMkLst>
      </pc:sldChg>
      <pc:sldChg chg="modSp">
        <pc:chgData name="Mona Taghavi" userId="cdd0f8e6-fa0c-4861-85ac-fabaa218fd0b" providerId="ADAL" clId="{691A4E67-0223-4990-AC1D-AE74F78219A0}" dt="2024-09-05T05:01:28.168" v="201" actId="20577"/>
        <pc:sldMkLst>
          <pc:docMk/>
          <pc:sldMk cId="548574623" sldId="379"/>
        </pc:sldMkLst>
        <pc:spChg chg="mod">
          <ac:chgData name="Mona Taghavi" userId="cdd0f8e6-fa0c-4861-85ac-fabaa218fd0b" providerId="ADAL" clId="{691A4E67-0223-4990-AC1D-AE74F78219A0}" dt="2024-09-05T05:01:28.168" v="201" actId="20577"/>
          <ac:spMkLst>
            <pc:docMk/>
            <pc:sldMk cId="548574623" sldId="379"/>
            <ac:spMk id="3" creationId="{00000000-0000-0000-0000-000000000000}"/>
          </ac:spMkLst>
        </pc:spChg>
      </pc:sldChg>
      <pc:sldChg chg="modSp add del">
        <pc:chgData name="Mona Taghavi" userId="cdd0f8e6-fa0c-4861-85ac-fabaa218fd0b" providerId="ADAL" clId="{691A4E67-0223-4990-AC1D-AE74F78219A0}" dt="2024-09-05T14:51:33.329" v="229" actId="20577"/>
        <pc:sldMkLst>
          <pc:docMk/>
          <pc:sldMk cId="3629060572" sldId="381"/>
        </pc:sldMkLst>
        <pc:spChg chg="mod">
          <ac:chgData name="Mona Taghavi" userId="cdd0f8e6-fa0c-4861-85ac-fabaa218fd0b" providerId="ADAL" clId="{691A4E67-0223-4990-AC1D-AE74F78219A0}" dt="2024-09-04T16:11:13.862" v="6" actId="27636"/>
          <ac:spMkLst>
            <pc:docMk/>
            <pc:sldMk cId="3629060572" sldId="381"/>
            <ac:spMk id="541699" creationId="{2965AAEF-A47A-46DB-90FE-2E588421A876}"/>
          </ac:spMkLst>
        </pc:spChg>
        <pc:spChg chg="mod">
          <ac:chgData name="Mona Taghavi" userId="cdd0f8e6-fa0c-4861-85ac-fabaa218fd0b" providerId="ADAL" clId="{691A4E67-0223-4990-AC1D-AE74F78219A0}" dt="2024-09-05T14:51:33.329" v="229" actId="20577"/>
          <ac:spMkLst>
            <pc:docMk/>
            <pc:sldMk cId="3629060572" sldId="381"/>
            <ac:spMk id="541707" creationId="{51FF4852-28C6-4994-ACFE-F39C1DCE4BB0}"/>
          </ac:spMkLst>
        </pc:spChg>
      </pc:sldChg>
      <pc:sldChg chg="modSp add">
        <pc:chgData name="Mona Taghavi" userId="cdd0f8e6-fa0c-4861-85ac-fabaa218fd0b" providerId="ADAL" clId="{691A4E67-0223-4990-AC1D-AE74F78219A0}" dt="2024-09-05T04:38:08.784" v="119" actId="14100"/>
        <pc:sldMkLst>
          <pc:docMk/>
          <pc:sldMk cId="3629060572" sldId="381"/>
        </pc:sldMkLst>
        <pc:spChg chg="mod">
          <ac:chgData name="Mona Taghavi" userId="cdd0f8e6-fa0c-4861-85ac-fabaa218fd0b" providerId="ADAL" clId="{691A4E67-0223-4990-AC1D-AE74F78219A0}" dt="2024-09-05T04:38:08.784" v="119" actId="14100"/>
          <ac:spMkLst>
            <pc:docMk/>
            <pc:sldMk cId="3629060572" sldId="381"/>
            <ac:spMk id="541698" creationId="{B4E51FE0-EF84-45D9-A3EF-CC845D14C53B}"/>
          </ac:spMkLst>
        </pc:spChg>
      </pc:sldChg>
      <pc:sldChg chg="del">
        <pc:chgData name="Mona Taghavi" userId="cdd0f8e6-fa0c-4861-85ac-fabaa218fd0b" providerId="ADAL" clId="{691A4E67-0223-4990-AC1D-AE74F78219A0}" dt="2024-09-05T03:41:49.427" v="103" actId="2696"/>
        <pc:sldMkLst>
          <pc:docMk/>
          <pc:sldMk cId="1393040212" sldId="382"/>
        </pc:sldMkLst>
      </pc:sldChg>
      <pc:sldChg chg="del">
        <pc:chgData name="Mona Taghavi" userId="cdd0f8e6-fa0c-4861-85ac-fabaa218fd0b" providerId="ADAL" clId="{691A4E67-0223-4990-AC1D-AE74F78219A0}" dt="2024-09-04T16:16:47.979" v="28" actId="2696"/>
        <pc:sldMkLst>
          <pc:docMk/>
          <pc:sldMk cId="3293669523" sldId="383"/>
        </pc:sldMkLst>
      </pc:sldChg>
      <pc:sldChg chg="del">
        <pc:chgData name="Mona Taghavi" userId="cdd0f8e6-fa0c-4861-85ac-fabaa218fd0b" providerId="ADAL" clId="{691A4E67-0223-4990-AC1D-AE74F78219A0}" dt="2024-09-04T16:16:51.467" v="29" actId="2696"/>
        <pc:sldMkLst>
          <pc:docMk/>
          <pc:sldMk cId="638998484" sldId="384"/>
        </pc:sldMkLst>
      </pc:sldChg>
      <pc:sldChg chg="modSp">
        <pc:chgData name="Mona Taghavi" userId="cdd0f8e6-fa0c-4861-85ac-fabaa218fd0b" providerId="ADAL" clId="{691A4E67-0223-4990-AC1D-AE74F78219A0}" dt="2024-09-04T17:02:26.295" v="41" actId="20577"/>
        <pc:sldMkLst>
          <pc:docMk/>
          <pc:sldMk cId="794152933" sldId="385"/>
        </pc:sldMkLst>
        <pc:spChg chg="mod">
          <ac:chgData name="Mona Taghavi" userId="cdd0f8e6-fa0c-4861-85ac-fabaa218fd0b" providerId="ADAL" clId="{691A4E67-0223-4990-AC1D-AE74F78219A0}" dt="2024-09-04T17:02:26.295" v="41" actId="20577"/>
          <ac:spMkLst>
            <pc:docMk/>
            <pc:sldMk cId="794152933" sldId="385"/>
            <ac:spMk id="3" creationId="{00000000-0000-0000-0000-000000000000}"/>
          </ac:spMkLst>
        </pc:spChg>
      </pc:sldChg>
      <pc:sldChg chg="modSp">
        <pc:chgData name="Mona Taghavi" userId="cdd0f8e6-fa0c-4861-85ac-fabaa218fd0b" providerId="ADAL" clId="{691A4E67-0223-4990-AC1D-AE74F78219A0}" dt="2024-09-04T17:01:56.845" v="38" actId="20577"/>
        <pc:sldMkLst>
          <pc:docMk/>
          <pc:sldMk cId="3621576796" sldId="386"/>
        </pc:sldMkLst>
        <pc:spChg chg="mod">
          <ac:chgData name="Mona Taghavi" userId="cdd0f8e6-fa0c-4861-85ac-fabaa218fd0b" providerId="ADAL" clId="{691A4E67-0223-4990-AC1D-AE74F78219A0}" dt="2024-09-04T17:01:56.845" v="38" actId="20577"/>
          <ac:spMkLst>
            <pc:docMk/>
            <pc:sldMk cId="3621576796" sldId="386"/>
            <ac:spMk id="3" creationId="{00000000-0000-0000-0000-000000000000}"/>
          </ac:spMkLst>
        </pc:spChg>
      </pc:sldChg>
      <pc:sldChg chg="modSp">
        <pc:chgData name="Mona Taghavi" userId="cdd0f8e6-fa0c-4861-85ac-fabaa218fd0b" providerId="ADAL" clId="{691A4E67-0223-4990-AC1D-AE74F78219A0}" dt="2024-09-04T17:01:48.510" v="37" actId="20577"/>
        <pc:sldMkLst>
          <pc:docMk/>
          <pc:sldMk cId="2034252644" sldId="387"/>
        </pc:sldMkLst>
        <pc:spChg chg="mod">
          <ac:chgData name="Mona Taghavi" userId="cdd0f8e6-fa0c-4861-85ac-fabaa218fd0b" providerId="ADAL" clId="{691A4E67-0223-4990-AC1D-AE74F78219A0}" dt="2024-09-04T17:01:48.510" v="37" actId="20577"/>
          <ac:spMkLst>
            <pc:docMk/>
            <pc:sldMk cId="2034252644" sldId="387"/>
            <ac:spMk id="3" creationId="{00000000-0000-0000-0000-000000000000}"/>
          </ac:spMkLst>
        </pc:spChg>
      </pc:sldChg>
      <pc:sldChg chg="modSp">
        <pc:chgData name="Mona Taghavi" userId="cdd0f8e6-fa0c-4861-85ac-fabaa218fd0b" providerId="ADAL" clId="{691A4E67-0223-4990-AC1D-AE74F78219A0}" dt="2024-09-04T16:59:02.578" v="36" actId="20577"/>
        <pc:sldMkLst>
          <pc:docMk/>
          <pc:sldMk cId="1674987307" sldId="388"/>
        </pc:sldMkLst>
        <pc:spChg chg="mod">
          <ac:chgData name="Mona Taghavi" userId="cdd0f8e6-fa0c-4861-85ac-fabaa218fd0b" providerId="ADAL" clId="{691A4E67-0223-4990-AC1D-AE74F78219A0}" dt="2024-09-04T16:59:02.578" v="36" actId="20577"/>
          <ac:spMkLst>
            <pc:docMk/>
            <pc:sldMk cId="1674987307" sldId="388"/>
            <ac:spMk id="3" creationId="{00000000-0000-0000-0000-000000000000}"/>
          </ac:spMkLst>
        </pc:spChg>
      </pc:sldChg>
      <pc:sldChg chg="del">
        <pc:chgData name="Mona Taghavi" userId="cdd0f8e6-fa0c-4861-85ac-fabaa218fd0b" providerId="ADAL" clId="{691A4E67-0223-4990-AC1D-AE74F78219A0}" dt="2024-09-05T03:12:12.038" v="50" actId="2696"/>
        <pc:sldMkLst>
          <pc:docMk/>
          <pc:sldMk cId="2880714410" sldId="390"/>
        </pc:sldMkLst>
      </pc:sldChg>
      <pc:sldChg chg="modSp">
        <pc:chgData name="Mona Taghavi" userId="cdd0f8e6-fa0c-4861-85ac-fabaa218fd0b" providerId="ADAL" clId="{691A4E67-0223-4990-AC1D-AE74F78219A0}" dt="2024-09-04T17:02:18.818" v="40" actId="113"/>
        <pc:sldMkLst>
          <pc:docMk/>
          <pc:sldMk cId="4100330085" sldId="391"/>
        </pc:sldMkLst>
        <pc:spChg chg="mod">
          <ac:chgData name="Mona Taghavi" userId="cdd0f8e6-fa0c-4861-85ac-fabaa218fd0b" providerId="ADAL" clId="{691A4E67-0223-4990-AC1D-AE74F78219A0}" dt="2024-09-04T17:02:18.818" v="40" actId="113"/>
          <ac:spMkLst>
            <pc:docMk/>
            <pc:sldMk cId="4100330085" sldId="391"/>
            <ac:spMk id="3" creationId="{00000000-0000-0000-0000-000000000000}"/>
          </ac:spMkLst>
        </pc:spChg>
      </pc:sldChg>
      <pc:sldChg chg="addSp delSp modSp add">
        <pc:chgData name="Mona Taghavi" userId="cdd0f8e6-fa0c-4861-85ac-fabaa218fd0b" providerId="ADAL" clId="{691A4E67-0223-4990-AC1D-AE74F78219A0}" dt="2024-09-05T04:43:48.582" v="155" actId="403"/>
        <pc:sldMkLst>
          <pc:docMk/>
          <pc:sldMk cId="178632607" sldId="392"/>
        </pc:sldMkLst>
        <pc:spChg chg="mod">
          <ac:chgData name="Mona Taghavi" userId="cdd0f8e6-fa0c-4861-85ac-fabaa218fd0b" providerId="ADAL" clId="{691A4E67-0223-4990-AC1D-AE74F78219A0}" dt="2024-09-05T04:39:58.791" v="139" actId="20577"/>
          <ac:spMkLst>
            <pc:docMk/>
            <pc:sldMk cId="178632607" sldId="392"/>
            <ac:spMk id="2" creationId="{B3E4EEB9-CEDC-40FD-B4A3-E4693864D549}"/>
          </ac:spMkLst>
        </pc:spChg>
        <pc:spChg chg="del">
          <ac:chgData name="Mona Taghavi" userId="cdd0f8e6-fa0c-4861-85ac-fabaa218fd0b" providerId="ADAL" clId="{691A4E67-0223-4990-AC1D-AE74F78219A0}" dt="2024-09-05T04:42:10.541" v="140"/>
          <ac:spMkLst>
            <pc:docMk/>
            <pc:sldMk cId="178632607" sldId="392"/>
            <ac:spMk id="3" creationId="{467E64AE-C939-47E7-8DFC-EF2C97B4637D}"/>
          </ac:spMkLst>
        </pc:spChg>
        <pc:spChg chg="add mod">
          <ac:chgData name="Mona Taghavi" userId="cdd0f8e6-fa0c-4861-85ac-fabaa218fd0b" providerId="ADAL" clId="{691A4E67-0223-4990-AC1D-AE74F78219A0}" dt="2024-09-05T04:43:48.582" v="155" actId="403"/>
          <ac:spMkLst>
            <pc:docMk/>
            <pc:sldMk cId="178632607" sldId="392"/>
            <ac:spMk id="6" creationId="{C4BCBC73-8E67-4223-A7E8-1A22C4BDB9DC}"/>
          </ac:spMkLst>
        </pc:spChg>
        <pc:picChg chg="add mod">
          <ac:chgData name="Mona Taghavi" userId="cdd0f8e6-fa0c-4861-85ac-fabaa218fd0b" providerId="ADAL" clId="{691A4E67-0223-4990-AC1D-AE74F78219A0}" dt="2024-09-05T04:42:15.472" v="141" actId="1076"/>
          <ac:picMkLst>
            <pc:docMk/>
            <pc:sldMk cId="178632607" sldId="392"/>
            <ac:picMk id="5" creationId="{28E115C2-098F-47AF-B82D-2E6FBEB75121}"/>
          </ac:picMkLst>
        </pc:picChg>
      </pc:sldChg>
      <pc:sldChg chg="addSp delSp modSp add">
        <pc:chgData name="Mona Taghavi" userId="cdd0f8e6-fa0c-4861-85ac-fabaa218fd0b" providerId="ADAL" clId="{691A4E67-0223-4990-AC1D-AE74F78219A0}" dt="2024-09-05T04:49:53.232" v="163" actId="1076"/>
        <pc:sldMkLst>
          <pc:docMk/>
          <pc:sldMk cId="1495786357" sldId="393"/>
        </pc:sldMkLst>
        <pc:spChg chg="mod">
          <ac:chgData name="Mona Taghavi" userId="cdd0f8e6-fa0c-4861-85ac-fabaa218fd0b" providerId="ADAL" clId="{691A4E67-0223-4990-AC1D-AE74F78219A0}" dt="2024-09-05T04:46:45.749" v="158"/>
          <ac:spMkLst>
            <pc:docMk/>
            <pc:sldMk cId="1495786357" sldId="393"/>
            <ac:spMk id="2" creationId="{E28DAA7C-81E9-4DE9-B15F-775DD27A2F00}"/>
          </ac:spMkLst>
        </pc:spChg>
        <pc:spChg chg="del">
          <ac:chgData name="Mona Taghavi" userId="cdd0f8e6-fa0c-4861-85ac-fabaa218fd0b" providerId="ADAL" clId="{691A4E67-0223-4990-AC1D-AE74F78219A0}" dt="2024-09-05T04:46:26.496" v="157"/>
          <ac:spMkLst>
            <pc:docMk/>
            <pc:sldMk cId="1495786357" sldId="393"/>
            <ac:spMk id="3" creationId="{D7274502-FD2A-4E95-94BD-FF6B2E4DAEC8}"/>
          </ac:spMkLst>
        </pc:spChg>
        <pc:picChg chg="add mod">
          <ac:chgData name="Mona Taghavi" userId="cdd0f8e6-fa0c-4861-85ac-fabaa218fd0b" providerId="ADAL" clId="{691A4E67-0223-4990-AC1D-AE74F78219A0}" dt="2024-09-05T04:49:40.130" v="160" actId="1076"/>
          <ac:picMkLst>
            <pc:docMk/>
            <pc:sldMk cId="1495786357" sldId="393"/>
            <ac:picMk id="5" creationId="{9745A864-EBE5-40D7-B636-C2049571771A}"/>
          </ac:picMkLst>
        </pc:picChg>
        <pc:picChg chg="add mod">
          <ac:chgData name="Mona Taghavi" userId="cdd0f8e6-fa0c-4861-85ac-fabaa218fd0b" providerId="ADAL" clId="{691A4E67-0223-4990-AC1D-AE74F78219A0}" dt="2024-09-05T04:49:53.232" v="163" actId="1076"/>
          <ac:picMkLst>
            <pc:docMk/>
            <pc:sldMk cId="1495786357" sldId="393"/>
            <ac:picMk id="6" creationId="{3E15F924-F824-4991-8403-AEB549352120}"/>
          </ac:picMkLst>
        </pc:picChg>
      </pc:sldChg>
      <pc:sldChg chg="addSp delSp modSp add">
        <pc:chgData name="Mona Taghavi" userId="cdd0f8e6-fa0c-4861-85ac-fabaa218fd0b" providerId="ADAL" clId="{691A4E67-0223-4990-AC1D-AE74F78219A0}" dt="2024-09-05T04:52:13.414" v="170" actId="14100"/>
        <pc:sldMkLst>
          <pc:docMk/>
          <pc:sldMk cId="524455799" sldId="394"/>
        </pc:sldMkLst>
        <pc:spChg chg="mod">
          <ac:chgData name="Mona Taghavi" userId="cdd0f8e6-fa0c-4861-85ac-fabaa218fd0b" providerId="ADAL" clId="{691A4E67-0223-4990-AC1D-AE74F78219A0}" dt="2024-09-05T04:51:08.061" v="166" actId="20577"/>
          <ac:spMkLst>
            <pc:docMk/>
            <pc:sldMk cId="524455799" sldId="394"/>
            <ac:spMk id="2" creationId="{4DF5123B-45CD-44CA-B835-F26A4F4CD26D}"/>
          </ac:spMkLst>
        </pc:spChg>
        <pc:spChg chg="del">
          <ac:chgData name="Mona Taghavi" userId="cdd0f8e6-fa0c-4861-85ac-fabaa218fd0b" providerId="ADAL" clId="{691A4E67-0223-4990-AC1D-AE74F78219A0}" dt="2024-09-05T04:51:36.771" v="167"/>
          <ac:spMkLst>
            <pc:docMk/>
            <pc:sldMk cId="524455799" sldId="394"/>
            <ac:spMk id="3" creationId="{787E14A9-8691-477E-81D2-207B76BF9E28}"/>
          </ac:spMkLst>
        </pc:spChg>
        <pc:picChg chg="add mod">
          <ac:chgData name="Mona Taghavi" userId="cdd0f8e6-fa0c-4861-85ac-fabaa218fd0b" providerId="ADAL" clId="{691A4E67-0223-4990-AC1D-AE74F78219A0}" dt="2024-09-05T04:52:13.414" v="170" actId="14100"/>
          <ac:picMkLst>
            <pc:docMk/>
            <pc:sldMk cId="524455799" sldId="394"/>
            <ac:picMk id="5" creationId="{F9185883-F60B-488C-AE95-E39F642CC28C}"/>
          </ac:picMkLst>
        </pc:picChg>
      </pc:sldChg>
      <pc:sldChg chg="addSp delSp modSp add">
        <pc:chgData name="Mona Taghavi" userId="cdd0f8e6-fa0c-4861-85ac-fabaa218fd0b" providerId="ADAL" clId="{691A4E67-0223-4990-AC1D-AE74F78219A0}" dt="2024-09-05T04:58:34.594" v="199" actId="1076"/>
        <pc:sldMkLst>
          <pc:docMk/>
          <pc:sldMk cId="3463472231" sldId="395"/>
        </pc:sldMkLst>
        <pc:spChg chg="mod">
          <ac:chgData name="Mona Taghavi" userId="cdd0f8e6-fa0c-4861-85ac-fabaa218fd0b" providerId="ADAL" clId="{691A4E67-0223-4990-AC1D-AE74F78219A0}" dt="2024-09-05T04:54:30.216" v="192" actId="20577"/>
          <ac:spMkLst>
            <pc:docMk/>
            <pc:sldMk cId="3463472231" sldId="395"/>
            <ac:spMk id="2" creationId="{86B5C2F0-876C-4463-864C-5983705435BD}"/>
          </ac:spMkLst>
        </pc:spChg>
        <pc:spChg chg="del">
          <ac:chgData name="Mona Taghavi" userId="cdd0f8e6-fa0c-4861-85ac-fabaa218fd0b" providerId="ADAL" clId="{691A4E67-0223-4990-AC1D-AE74F78219A0}" dt="2024-09-05T04:57:21.959" v="193"/>
          <ac:spMkLst>
            <pc:docMk/>
            <pc:sldMk cId="3463472231" sldId="395"/>
            <ac:spMk id="3" creationId="{B84057F6-7E71-48B4-BBF0-CB1524788DF1}"/>
          </ac:spMkLst>
        </pc:spChg>
        <pc:picChg chg="add mod">
          <ac:chgData name="Mona Taghavi" userId="cdd0f8e6-fa0c-4861-85ac-fabaa218fd0b" providerId="ADAL" clId="{691A4E67-0223-4990-AC1D-AE74F78219A0}" dt="2024-09-05T04:58:24.195" v="196" actId="1076"/>
          <ac:picMkLst>
            <pc:docMk/>
            <pc:sldMk cId="3463472231" sldId="395"/>
            <ac:picMk id="5" creationId="{C2545010-99D9-4051-8648-C4EB28F2DBB5}"/>
          </ac:picMkLst>
        </pc:picChg>
        <pc:picChg chg="add mod">
          <ac:chgData name="Mona Taghavi" userId="cdd0f8e6-fa0c-4861-85ac-fabaa218fd0b" providerId="ADAL" clId="{691A4E67-0223-4990-AC1D-AE74F78219A0}" dt="2024-09-05T04:58:34.594" v="199" actId="1076"/>
          <ac:picMkLst>
            <pc:docMk/>
            <pc:sldMk cId="3463472231" sldId="395"/>
            <ac:picMk id="6" creationId="{4488DEF6-7F8A-4E02-8083-4E7519E8B5E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fld id="{87F161E8-846D-4747-B53A-F633A57CC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8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73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28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96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97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35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47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82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46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03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45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84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35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E7ED-25E6-4310-AB73-3FC64121B33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CE7ED-25E6-4310-AB73-3FC64121B3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11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>
            <a:extLst>
              <a:ext uri="{FF2B5EF4-FFF2-40B4-BE49-F238E27FC236}">
                <a16:creationId xmlns:a16="http://schemas.microsoft.com/office/drawing/2014/main" id="{3B85AF17-FA6F-4E87-A995-43A8FA5AA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BD71932F-9B1E-43C6-8FA6-517435804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294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1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</a:rPr>
              <a:t>Break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5941-A94D-4C48-AE4B-0688A7954B21}" type="datetime1">
              <a:rPr lang="en-US" smtClean="0">
                <a:latin typeface="Arial"/>
              </a:rPr>
              <a:t>9/5/2024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From Security in Computing, Fifth Edition, </a:t>
            </a:r>
            <a:r>
              <a:rPr lang="en-US" dirty="0">
                <a:latin typeface="Arial"/>
              </a:rPr>
              <a:t>by Charles P. </a:t>
            </a:r>
            <a:r>
              <a:rPr lang="en-US" dirty="0" err="1">
                <a:latin typeface="Arial"/>
              </a:rPr>
              <a:t>Pfleeger</a:t>
            </a:r>
            <a:r>
              <a:rPr lang="en-US" dirty="0">
                <a:latin typeface="Arial"/>
              </a:rPr>
              <a:t>, et al. (ISBN: 9780134085043). Copyright 2015 by Pearson Education,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3223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F846-E1CB-4C46-B31F-A764912F1061}" type="datetime1">
              <a:rPr lang="en-US" smtClean="0">
                <a:latin typeface="Arial"/>
              </a:rPr>
              <a:t>9/5/2024</a:t>
            </a:fld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31731"/>
            <a:ext cx="12192000" cy="329184"/>
          </a:xfrm>
        </p:spPr>
        <p:txBody>
          <a:bodyPr/>
          <a:lstStyle>
            <a:lvl1pPr>
              <a:defRPr sz="9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From </a:t>
            </a:r>
            <a:r>
              <a:rPr lang="en-US" i="1" dirty="0"/>
              <a:t>Security in Computing, Fifth Edition</a:t>
            </a:r>
            <a:r>
              <a:rPr lang="en-US" dirty="0"/>
              <a:t>, by Charles P. </a:t>
            </a:r>
            <a:r>
              <a:rPr lang="en-US" dirty="0" err="1"/>
              <a:t>Pfleeger</a:t>
            </a:r>
            <a:r>
              <a:rPr lang="en-US" dirty="0"/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0493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2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dirty="0"/>
              <a:t>Information System Security</a:t>
            </a:r>
            <a:br>
              <a:rPr lang="en-US" sz="3200" b="0" dirty="0"/>
            </a:br>
            <a:r>
              <a:rPr lang="en-US" sz="3200" b="0" dirty="0"/>
              <a:t>CCCS 402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Introduction to Computer Security </a:t>
            </a:r>
            <a:br>
              <a:rPr lang="en-US" dirty="0"/>
            </a:br>
            <a:r>
              <a:rPr lang="en-US" dirty="0"/>
              <a:t>Module 2</a:t>
            </a:r>
            <a:br>
              <a:rPr lang="en-US" dirty="0"/>
            </a:br>
            <a:br>
              <a:rPr lang="en-US" dirty="0"/>
            </a:br>
            <a:br>
              <a:rPr lang="en-US" sz="3100" dirty="0"/>
            </a:br>
            <a:r>
              <a:rPr lang="en-US" sz="3100" b="0" dirty="0"/>
              <a:t>Mona Taghavi</a:t>
            </a:r>
            <a:endParaRPr lang="en-CA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mechanisms</a:t>
            </a:r>
          </a:p>
          <a:p>
            <a:r>
              <a:rPr lang="en-US" dirty="0"/>
              <a:t>Available access control implementation options</a:t>
            </a:r>
          </a:p>
          <a:p>
            <a:r>
              <a:rPr lang="en-US" dirty="0"/>
              <a:t>Strengths, weaknesses, and history of each encryption techniques</a:t>
            </a:r>
          </a:p>
          <a:p>
            <a:r>
              <a:rPr lang="en-US"/>
              <a:t>Certificates</a:t>
            </a:r>
          </a:p>
          <a:p>
            <a:r>
              <a:rPr lang="en-US"/>
              <a:t>Certificate authorities</a:t>
            </a:r>
          </a:p>
          <a:p>
            <a:pPr lvl="1"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422558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14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The act of proving that a user is who she says she is</a:t>
            </a:r>
          </a:p>
          <a:p>
            <a:r>
              <a:rPr lang="en-US" sz="2800" dirty="0"/>
              <a:t>Methods:</a:t>
            </a:r>
          </a:p>
          <a:p>
            <a:pPr lvl="1"/>
            <a:r>
              <a:rPr lang="en-US" sz="2400" dirty="0"/>
              <a:t>Something the user </a:t>
            </a:r>
            <a:r>
              <a:rPr lang="en-US" sz="2400" i="1" dirty="0"/>
              <a:t>knows</a:t>
            </a:r>
          </a:p>
          <a:p>
            <a:pPr lvl="1"/>
            <a:r>
              <a:rPr lang="en-US" sz="2400" dirty="0"/>
              <a:t>Something the user </a:t>
            </a:r>
            <a:r>
              <a:rPr lang="en-US" sz="2400" i="1" dirty="0"/>
              <a:t>is</a:t>
            </a:r>
          </a:p>
          <a:p>
            <a:pPr lvl="1"/>
            <a:r>
              <a:rPr lang="en-US" sz="2400" dirty="0"/>
              <a:t>Something user </a:t>
            </a:r>
            <a:r>
              <a:rPr lang="en-US" sz="2400" i="1" dirty="0"/>
              <a:t>has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What is authentication? </a:t>
            </a:r>
          </a:p>
        </p:txBody>
      </p:sp>
    </p:spTree>
    <p:extLst>
      <p:ext uri="{BB962C8B-B14F-4D97-AF65-F5344CB8AC3E}">
        <p14:creationId xmlns:p14="http://schemas.microsoft.com/office/powerpoint/2010/main" val="383175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C81E3-130F-4DFF-8E5F-454AF0E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Factors of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90D6-31CF-4C0F-ACB8-EF6B32C9E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Something You Know</a:t>
            </a:r>
            <a:endParaRPr lang="en-US" dirty="0"/>
          </a:p>
          <a:p>
            <a:pPr lvl="1"/>
            <a:r>
              <a:rPr lang="en-US" dirty="0"/>
              <a:t>Password</a:t>
            </a:r>
          </a:p>
          <a:p>
            <a:pPr lvl="1"/>
            <a:r>
              <a:rPr lang="en-US" dirty="0"/>
              <a:t>Security questions</a:t>
            </a:r>
          </a:p>
          <a:p>
            <a:endParaRPr lang="en-US" dirty="0"/>
          </a:p>
          <a:p>
            <a:r>
              <a:rPr lang="en-US" b="1" dirty="0"/>
              <a:t>Something You Have</a:t>
            </a:r>
            <a:endParaRPr lang="en-US" dirty="0"/>
          </a:p>
          <a:p>
            <a:pPr lvl="1"/>
            <a:r>
              <a:rPr lang="en-US" dirty="0"/>
              <a:t>Smart Card</a:t>
            </a:r>
          </a:p>
          <a:p>
            <a:pPr lvl="1"/>
            <a:r>
              <a:rPr lang="en-US" dirty="0"/>
              <a:t>RSA Token</a:t>
            </a:r>
          </a:p>
          <a:p>
            <a:pPr lvl="1"/>
            <a:r>
              <a:rPr lang="en-US" dirty="0"/>
              <a:t>Hardware authentication device(</a:t>
            </a:r>
            <a:r>
              <a:rPr lang="en-US" dirty="0" err="1"/>
              <a:t>Yubikey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Something You Are</a:t>
            </a:r>
            <a:endParaRPr lang="en-US" dirty="0"/>
          </a:p>
          <a:p>
            <a:pPr lvl="1"/>
            <a:r>
              <a:rPr lang="en-US" dirty="0"/>
              <a:t>Biometrics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50809-AE83-4989-82EE-CEF0C40D9E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044"/>
          <a:stretch/>
        </p:blipFill>
        <p:spPr>
          <a:xfrm>
            <a:off x="6300436" y="1353670"/>
            <a:ext cx="5191305" cy="1864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274511-2D67-45AC-8C9F-3646BC72A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866" y="2767012"/>
            <a:ext cx="1047750" cy="1323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8E3283-86D1-4B34-888D-D3E290C5F0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08" t="38133" r="9234"/>
          <a:stretch/>
        </p:blipFill>
        <p:spPr>
          <a:xfrm>
            <a:off x="6496069" y="3639672"/>
            <a:ext cx="4276165" cy="309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4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on “something you know”: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b="1" dirty="0"/>
              <a:t>Dictionary attacks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Inferring likely passwords/answers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Guessing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Defeating concealment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Exhaustive or brute-force attack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Rainbow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490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on “something you know”: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Dictionary attacks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b="1" dirty="0"/>
              <a:t>Inferring likely passwords/answers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Guessing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Defeating concealment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Exhaustive or brute-force attack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Rainbow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033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Password Types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7</a:t>
            </a:fld>
            <a:endParaRPr lang="en-US">
              <a:latin typeface="Arial"/>
            </a:endParaRPr>
          </a:p>
        </p:txBody>
      </p:sp>
      <p:pic>
        <p:nvPicPr>
          <p:cNvPr id="5" name="Picture 4" descr="fig02-0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276" y="1158240"/>
            <a:ext cx="5909448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6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on “something you know”: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Dictionary attacks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Inferring likely passwords/answers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b="1" dirty="0"/>
              <a:t>Guessing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Defeating concealment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Exhaustive or brute-force attack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Rainbow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415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on “something you know”: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Dictionary attacks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Inferring likely passwords/answers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Guessing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b="1" dirty="0"/>
              <a:t>Defeating concealment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Exhaustive or brute-force attack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Rainbow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157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Storage</a:t>
            </a:r>
          </a:p>
        </p:txBody>
      </p:sp>
      <p:pic>
        <p:nvPicPr>
          <p:cNvPr id="5" name="Picture 4" descr="Untitled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57"/>
          <a:stretch/>
        </p:blipFill>
        <p:spPr>
          <a:xfrm>
            <a:off x="1791313" y="1937756"/>
            <a:ext cx="4291319" cy="2799684"/>
          </a:xfrm>
          <a:prstGeom prst="rect">
            <a:avLst/>
          </a:prstGeom>
        </p:spPr>
      </p:pic>
      <p:pic>
        <p:nvPicPr>
          <p:cNvPr id="6" name="Picture 5" descr="Untitled2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44"/>
          <a:stretch/>
        </p:blipFill>
        <p:spPr>
          <a:xfrm>
            <a:off x="6202892" y="1937756"/>
            <a:ext cx="4340546" cy="2799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5288" y="4385071"/>
            <a:ext cx="128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2934"/>
                </a:solidFill>
                <a:latin typeface="Arial"/>
              </a:rPr>
              <a:t>Plaintext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7049" y="4385071"/>
            <a:ext cx="161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2934"/>
                </a:solidFill>
                <a:latin typeface="Arial"/>
              </a:rPr>
              <a:t>Concealed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101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on “something you know”: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Dictionary attacks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Inferring likely passwords/answers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Guessing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Defeating concealment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b="1" dirty="0"/>
              <a:t>Exhaustive or brute-force attack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Rainbow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425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on “something you know”: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Dictionary attacks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Inferring likely passwords/answers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Guessing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Defeating concealment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Exhaustive or brute-force attack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b="1" dirty="0"/>
              <a:t>Rainbow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498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Storage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827" y="1676400"/>
            <a:ext cx="5066346" cy="347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83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8EEE-FA45-4E1C-ADA1-E29D5BA8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Identification and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0D0FB-FA8F-4044-BFC1-01BCC41D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Identification: Not the same as authentication.</a:t>
            </a:r>
          </a:p>
          <a:p>
            <a:pPr lvl="1"/>
            <a:r>
              <a:rPr lang="en-US" dirty="0"/>
              <a:t>Before you give out credentials, you “Identity Proof” somebody.</a:t>
            </a:r>
          </a:p>
          <a:p>
            <a:pPr lvl="1"/>
            <a:r>
              <a:rPr lang="en-US" dirty="0"/>
              <a:t>Validates someone’s identity before credentials are issued</a:t>
            </a:r>
          </a:p>
          <a:p>
            <a:pPr lvl="1"/>
            <a:r>
              <a:rPr lang="en-US" dirty="0"/>
              <a:t>Method: Passport, name, biometrics</a:t>
            </a:r>
          </a:p>
          <a:p>
            <a:r>
              <a:rPr lang="en-US" dirty="0"/>
              <a:t>User authentication</a:t>
            </a:r>
          </a:p>
          <a:p>
            <a:pPr lvl="1"/>
            <a:r>
              <a:rPr lang="en-US" dirty="0"/>
              <a:t>Prove that you are the one you claim to be</a:t>
            </a:r>
          </a:p>
          <a:p>
            <a:r>
              <a:rPr lang="en-US" dirty="0"/>
              <a:t>Main threat: Spoofed identity and false login</a:t>
            </a:r>
          </a:p>
        </p:txBody>
      </p:sp>
    </p:spTree>
    <p:extLst>
      <p:ext uri="{BB962C8B-B14F-4D97-AF65-F5344CB8AC3E}">
        <p14:creationId xmlns:p14="http://schemas.microsoft.com/office/powerpoint/2010/main" val="2618554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</a:t>
            </a:r>
          </a:p>
        </p:txBody>
      </p:sp>
      <p:pic>
        <p:nvPicPr>
          <p:cNvPr id="4" name="Content Placeholder 3" descr="Screen Shot 2015-09-08 at 6.32.21 AM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5" b="10623"/>
          <a:stretch/>
        </p:blipFill>
        <p:spPr>
          <a:xfrm>
            <a:off x="2492258" y="1295400"/>
            <a:ext cx="7207484" cy="45720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362200" y="2488758"/>
            <a:ext cx="1066800" cy="55924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Subject (Who)</a:t>
            </a:r>
            <a:endParaRPr lang="en-CA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4419600" y="1295400"/>
            <a:ext cx="281940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Policy:</a:t>
            </a:r>
          </a:p>
          <a:p>
            <a:pPr algn="ctr"/>
            <a:r>
              <a:rPr lang="en-US" sz="1600" dirty="0" err="1"/>
              <a:t>Who+What+How</a:t>
            </a:r>
            <a:r>
              <a:rPr lang="en-US" sz="1600" dirty="0"/>
              <a:t> = Yes/No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2057400"/>
            <a:ext cx="1066800" cy="55924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Object (What)</a:t>
            </a:r>
            <a:endParaRPr lang="en-CA"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5486400" y="2286000"/>
            <a:ext cx="1764340" cy="533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Mode of Access</a:t>
            </a:r>
          </a:p>
          <a:p>
            <a:pPr algn="ctr"/>
            <a:r>
              <a:rPr lang="en-US" sz="1600" dirty="0"/>
              <a:t>(How)</a:t>
            </a:r>
          </a:p>
        </p:txBody>
      </p:sp>
    </p:spTree>
    <p:extLst>
      <p:ext uri="{BB962C8B-B14F-4D97-AF65-F5344CB8AC3E}">
        <p14:creationId xmlns:p14="http://schemas.microsoft.com/office/powerpoint/2010/main" val="1652132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monitor</a:t>
            </a:r>
          </a:p>
          <a:p>
            <a:r>
              <a:rPr lang="en-US" dirty="0"/>
              <a:t>Access control directory</a:t>
            </a:r>
          </a:p>
          <a:p>
            <a:r>
              <a:rPr lang="en-US" dirty="0"/>
              <a:t>Access control matrix</a:t>
            </a:r>
          </a:p>
          <a:p>
            <a:r>
              <a:rPr lang="en-US" dirty="0"/>
              <a:t>Role-based access control</a:t>
            </a:r>
          </a:p>
          <a:p>
            <a:r>
              <a:rPr lang="en-US" dirty="0"/>
              <a:t>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6925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Monitor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98"/>
          <a:stretch/>
        </p:blipFill>
        <p:spPr bwMode="auto">
          <a:xfrm>
            <a:off x="685800" y="1112880"/>
            <a:ext cx="7439430" cy="50070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904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Directory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18</a:t>
            </a:fld>
            <a:endParaRPr lang="en-US">
              <a:latin typeface="Arial"/>
            </a:endParaRPr>
          </a:p>
        </p:txBody>
      </p:sp>
      <p:pic>
        <p:nvPicPr>
          <p:cNvPr id="5" name="Picture 4" descr="fig02-09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270" y="990600"/>
            <a:ext cx="7084612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7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Matrix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19</a:t>
            </a:fld>
            <a:endParaRPr lang="en-US"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084373"/>
              </p:ext>
            </p:extLst>
          </p:nvPr>
        </p:nvGraphicFramePr>
        <p:xfrm>
          <a:off x="3124200" y="2286000"/>
          <a:ext cx="5791200" cy="2743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69884954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3118523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13439776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1811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  <a:p>
                      <a:r>
                        <a:rPr lang="en-US" b="0" dirty="0"/>
                        <a:t>File A</a:t>
                      </a:r>
                    </a:p>
                    <a:p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  <a:p>
                      <a:r>
                        <a:rPr lang="en-US" b="0" dirty="0"/>
                        <a:t>Printer</a:t>
                      </a:r>
                    </a:p>
                    <a:p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  <a:p>
                      <a:r>
                        <a:rPr lang="en-US" b="0" dirty="0"/>
                        <a:t>System Clock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141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User W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</a:t>
                      </a:r>
                    </a:p>
                    <a:p>
                      <a:r>
                        <a:rPr lang="en-US" dirty="0"/>
                        <a:t>Write</a:t>
                      </a:r>
                    </a:p>
                    <a:p>
                      <a:r>
                        <a:rPr lang="en-US" dirty="0"/>
                        <a:t>Own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Write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Read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62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Admin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Write</a:t>
                      </a:r>
                      <a:r>
                        <a:rPr lang="en-US" baseline="0" dirty="0"/>
                        <a:t> Control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Control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9017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62600" y="182582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Objects</a:t>
            </a:r>
            <a:endParaRPr lang="en-CA" sz="1400" b="1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200400" y="2133600"/>
            <a:ext cx="563880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974778" y="3200400"/>
            <a:ext cx="0" cy="18288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2325589" y="3922812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Subjects</a:t>
            </a:r>
            <a:endParaRPr lang="en-CA" sz="1400" b="1" dirty="0"/>
          </a:p>
        </p:txBody>
      </p:sp>
    </p:spTree>
    <p:extLst>
      <p:ext uri="{BB962C8B-B14F-4D97-AF65-F5344CB8AC3E}">
        <p14:creationId xmlns:p14="http://schemas.microsoft.com/office/powerpoint/2010/main" val="2650555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Role-based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Role-based access control </a:t>
            </a:r>
            <a:r>
              <a:rPr lang="en-US" dirty="0"/>
              <a:t>lets us associate privileges with groups, such as all administrators can have significant privileges, and others such as regular users or guests to have lower privileges.</a:t>
            </a:r>
          </a:p>
          <a:p>
            <a:endParaRPr lang="en-US" dirty="0"/>
          </a:p>
          <a:p>
            <a:r>
              <a:rPr lang="en-US" dirty="0"/>
              <a:t>Administering security is easier if we can control access by job demands, not by person.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771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72F5-3740-4D86-AAD6-2A4CF1C4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5905-953C-4431-8155-2FC0AAEF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Greek Word</a:t>
            </a:r>
            <a:r>
              <a:rPr lang="en-US" dirty="0"/>
              <a:t>: “Krypto” = Hidden / Secret</a:t>
            </a:r>
          </a:p>
          <a:p>
            <a:r>
              <a:rPr lang="en-US" dirty="0"/>
              <a:t>Cryptography is the science of secret writing with the goal of hiding the meaning of a message.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E8877-51D9-4061-B4C3-CF107CFBF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842" y="3609110"/>
            <a:ext cx="5664344" cy="216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9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>
            <a:extLst>
              <a:ext uri="{FF2B5EF4-FFF2-40B4-BE49-F238E27FC236}">
                <a16:creationId xmlns:a16="http://schemas.microsoft.com/office/drawing/2014/main" id="{5A76FDBF-9B29-4F42-9BF6-FFA6B8665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99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Cryptography Goals</a:t>
            </a:r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B92C6B8A-9763-4440-86A3-9EB934603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6851" y="4405312"/>
            <a:ext cx="9021097" cy="1477807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Encryption – Prevent Eve from intercepting message</a:t>
            </a:r>
          </a:p>
          <a:p>
            <a:r>
              <a:rPr lang="en-US" altLang="en-US" dirty="0"/>
              <a:t>Authentication – Prevent Eve from impersonating Alice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2A9EEE3B-354B-4FB2-B136-D6FF6E7CA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213" y="2686307"/>
            <a:ext cx="1676400" cy="762000"/>
          </a:xfrm>
          <a:prstGeom prst="rect">
            <a:avLst/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dirty="0"/>
              <a:t>Alice</a:t>
            </a:r>
          </a:p>
          <a:p>
            <a:pPr algn="ctr"/>
            <a:r>
              <a:rPr lang="en-US" altLang="en-US" dirty="0"/>
              <a:t>x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3FD2F6C0-1C5E-41D4-9F59-55BF625D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236" y="2615062"/>
            <a:ext cx="1676400" cy="762000"/>
          </a:xfrm>
          <a:prstGeom prst="rect">
            <a:avLst/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dirty="0"/>
              <a:t>Bob</a:t>
            </a:r>
          </a:p>
          <a:p>
            <a:pPr algn="ctr"/>
            <a:r>
              <a:rPr lang="en-US" altLang="en-US" dirty="0"/>
              <a:t>x</a:t>
            </a:r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36F44FCA-71D0-4AC1-AC99-3544B7F8A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6613" y="3048000"/>
            <a:ext cx="4920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F1DE8812-E429-442C-BBA2-6FB564CE3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3024" y="1557238"/>
            <a:ext cx="1447800" cy="762000"/>
          </a:xfrm>
          <a:prstGeom prst="rect">
            <a:avLst/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/>
              <a:t>Eve</a:t>
            </a:r>
          </a:p>
        </p:txBody>
      </p:sp>
      <p:sp>
        <p:nvSpPr>
          <p:cNvPr id="7184" name="Line 16">
            <a:extLst>
              <a:ext uri="{FF2B5EF4-FFF2-40B4-BE49-F238E27FC236}">
                <a16:creationId xmlns:a16="http://schemas.microsoft.com/office/drawing/2014/main" id="{BC2D6F4A-687B-4DED-99C5-97AAC3206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7735" y="2319238"/>
            <a:ext cx="19665" cy="728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Text Box 17">
            <a:extLst>
              <a:ext uri="{FF2B5EF4-FFF2-40B4-BE49-F238E27FC236}">
                <a16:creationId xmlns:a16="http://schemas.microsoft.com/office/drawing/2014/main" id="{ADDABFDE-5940-4E6D-8CC7-E2C0EC1BA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3160713"/>
            <a:ext cx="1802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Insecure Channel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09DDC10C-E1BB-4D70-A0A7-C4B2DDB9006E}"/>
              </a:ext>
            </a:extLst>
          </p:cNvPr>
          <p:cNvSpPr/>
          <p:nvPr/>
        </p:nvSpPr>
        <p:spPr>
          <a:xfrm>
            <a:off x="4098926" y="2861187"/>
            <a:ext cx="436203" cy="299518"/>
          </a:xfrm>
          <a:prstGeom prst="flowChart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C3B8B3AF-C249-4E90-9660-6D2A1B519C0B}"/>
              </a:ext>
            </a:extLst>
          </p:cNvPr>
          <p:cNvSpPr/>
          <p:nvPr/>
        </p:nvSpPr>
        <p:spPr>
          <a:xfrm>
            <a:off x="7113350" y="2861187"/>
            <a:ext cx="436203" cy="299518"/>
          </a:xfrm>
          <a:prstGeom prst="flowChart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52157-60B4-4563-8C77-02662D62D5DF}"/>
              </a:ext>
            </a:extLst>
          </p:cNvPr>
          <p:cNvSpPr txBox="1"/>
          <p:nvPr/>
        </p:nvSpPr>
        <p:spPr>
          <a:xfrm>
            <a:off x="4784725" y="2733686"/>
            <a:ext cx="4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96EBD-A1E1-4D7C-8A87-4A314DAC029A}"/>
              </a:ext>
            </a:extLst>
          </p:cNvPr>
          <p:cNvSpPr txBox="1"/>
          <p:nvPr/>
        </p:nvSpPr>
        <p:spPr>
          <a:xfrm>
            <a:off x="6411309" y="2724484"/>
            <a:ext cx="4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</a:t>
            </a:r>
          </a:p>
        </p:txBody>
      </p:sp>
      <p:pic>
        <p:nvPicPr>
          <p:cNvPr id="5" name="Graphic 4" descr="Key">
            <a:extLst>
              <a:ext uri="{FF2B5EF4-FFF2-40B4-BE49-F238E27FC236}">
                <a16:creationId xmlns:a16="http://schemas.microsoft.com/office/drawing/2014/main" id="{66AEA7BF-E5CD-4625-8298-8E5EE1FBC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8769" y="3133259"/>
            <a:ext cx="476516" cy="476516"/>
          </a:xfrm>
          <a:prstGeom prst="rect">
            <a:avLst/>
          </a:prstGeom>
        </p:spPr>
      </p:pic>
      <p:pic>
        <p:nvPicPr>
          <p:cNvPr id="17" name="Graphic 16" descr="Key">
            <a:extLst>
              <a:ext uri="{FF2B5EF4-FFF2-40B4-BE49-F238E27FC236}">
                <a16:creationId xmlns:a16="http://schemas.microsoft.com/office/drawing/2014/main" id="{9E88E4B0-EAE2-41F5-A0B9-7CAC6C6BC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3506" y="3160705"/>
            <a:ext cx="476516" cy="4765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069906-6443-4EE2-8A78-345669AE4850}"/>
              </a:ext>
            </a:extLst>
          </p:cNvPr>
          <p:cNvSpPr txBox="1"/>
          <p:nvPr/>
        </p:nvSpPr>
        <p:spPr>
          <a:xfrm>
            <a:off x="5814376" y="2382844"/>
            <a:ext cx="4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103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6" grpId="0" build="p"/>
      <p:bldP spid="2" grpId="0" animBg="1"/>
      <p:bldP spid="11" grpId="0" animBg="1"/>
      <p:bldP spid="3" grpId="0"/>
      <p:bldP spid="13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7D9159F-CCB0-447A-BA16-F01104B28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Kerckhoffs’ Principle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479C821-11D4-4DF0-9F16-AE427FB59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The security of an encryption system must depend only on the key, not on the secrecy of the algorithm.</a:t>
            </a:r>
          </a:p>
          <a:p>
            <a:pPr lvl="1"/>
            <a:r>
              <a:rPr lang="en-US" altLang="en-US" dirty="0"/>
              <a:t>Nearly all proprietary encryption systems have been broken (Enigma, </a:t>
            </a:r>
            <a:r>
              <a:rPr lang="en-US" altLang="en-US" dirty="0" err="1"/>
              <a:t>zipcrack</a:t>
            </a:r>
            <a:r>
              <a:rPr lang="en-US" altLang="en-US" dirty="0"/>
              <a:t>).</a:t>
            </a:r>
          </a:p>
          <a:p>
            <a:pPr lvl="1"/>
            <a:r>
              <a:rPr lang="en-US" altLang="en-US" dirty="0"/>
              <a:t>Secure systems use published algorithms.</a:t>
            </a:r>
          </a:p>
        </p:txBody>
      </p:sp>
    </p:spTree>
    <p:extLst>
      <p:ext uri="{BB962C8B-B14F-4D97-AF65-F5344CB8AC3E}">
        <p14:creationId xmlns:p14="http://schemas.microsoft.com/office/powerpoint/2010/main" val="3199073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B6ECA4-B003-4284-B6AB-7D77F6421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Provable Security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A5594D2-6A53-4DD6-BC6D-56954996D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There is no such thing as a provably secure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Proof of unbreakable encryption does not prove the system is secure.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Systems are believed secure only when many people try and fail to break them.</a:t>
            </a:r>
          </a:p>
        </p:txBody>
      </p:sp>
    </p:spTree>
    <p:extLst>
      <p:ext uri="{BB962C8B-B14F-4D97-AF65-F5344CB8AC3E}">
        <p14:creationId xmlns:p14="http://schemas.microsoft.com/office/powerpoint/2010/main" val="2339188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21FF-48B3-4F4D-8020-6ABE002D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Encrypting a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E804-9CA7-4B6C-87E1-A26E5421A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B5945-C60C-449F-B1AC-3D1ECDB2A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94" y="2702491"/>
            <a:ext cx="9708776" cy="274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04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1BEB-797A-498B-A015-4D521AF6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Decrypting a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DECE3-B767-4EAC-B32E-B236E52B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8238F-EE83-43DC-8872-AE10D6A80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65" y="2667000"/>
            <a:ext cx="9820836" cy="255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41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7F62-580F-4ADB-A3D2-33275181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Ciphers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DC42EF-62AB-4F0A-9738-F72B4C551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4306" y="1404284"/>
            <a:ext cx="8587530" cy="488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95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C2207474-AEEA-446B-BBE6-7B5DFF0D9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5326A-B39D-494C-9CBF-35D4FA8F6E4C}" type="slidenum">
              <a:rPr lang="en-US" altLang="en-US"/>
              <a:pPr/>
              <a:t>28</a:t>
            </a:fld>
            <a:endParaRPr lang="en-US" altLang="en-US" sz="1400"/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B4E51FE0-EF84-45D9-A3EF-CC845D14C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762000"/>
          </a:xfrm>
        </p:spPr>
        <p:txBody>
          <a:bodyPr/>
          <a:lstStyle/>
          <a:p>
            <a:r>
              <a:rPr lang="en-US" altLang="en-US" dirty="0"/>
              <a:t>Caesar’s Cipher </a:t>
            </a:r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2965AAEF-A47A-46DB-90FE-2E588421A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914400"/>
            <a:ext cx="7848600" cy="4572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>
                <a:solidFill>
                  <a:srgbClr val="CC0000"/>
                </a:solidFill>
              </a:rPr>
              <a:t>Key:</a:t>
            </a:r>
            <a:r>
              <a:rPr lang="en-US" altLang="en-US"/>
              <a:t> </a:t>
            </a:r>
            <a:r>
              <a:rPr lang="en-US" altLang="en-US">
                <a:solidFill>
                  <a:srgbClr val="CC0000"/>
                </a:solidFill>
              </a:rPr>
              <a:t>k = </a:t>
            </a:r>
            <a:r>
              <a:rPr lang="en-US" altLang="en-US"/>
              <a:t>no. between 0 and 25.</a:t>
            </a:r>
          </a:p>
        </p:txBody>
      </p:sp>
      <p:sp>
        <p:nvSpPr>
          <p:cNvPr id="541700" name="Rectangle 4">
            <a:extLst>
              <a:ext uri="{FF2B5EF4-FFF2-40B4-BE49-F238E27FC236}">
                <a16:creationId xmlns:a16="http://schemas.microsoft.com/office/drawing/2014/main" id="{4EC29AAA-F4AA-47B4-B9D0-5915AE2C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2954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C0000"/>
                </a:solidFill>
              </a:rPr>
              <a:t>Encryption:</a:t>
            </a:r>
            <a:r>
              <a:rPr lang="en-US" altLang="en-US"/>
              <a:t> encode the i</a:t>
            </a:r>
            <a:r>
              <a:rPr lang="en-US" altLang="en-US" baseline="30000"/>
              <a:t>th</a:t>
            </a:r>
            <a:r>
              <a:rPr lang="en-US" altLang="en-US"/>
              <a:t> letter as the (i+k) </a:t>
            </a:r>
            <a:r>
              <a:rPr lang="en-US" altLang="en-US" baseline="30000"/>
              <a:t>th</a:t>
            </a:r>
            <a:r>
              <a:rPr lang="en-US" altLang="en-US"/>
              <a:t>  letter.</a:t>
            </a:r>
          </a:p>
        </p:txBody>
      </p:sp>
      <p:sp>
        <p:nvSpPr>
          <p:cNvPr id="541702" name="Rectangle 6">
            <a:extLst>
              <a:ext uri="{FF2B5EF4-FFF2-40B4-BE49-F238E27FC236}">
                <a16:creationId xmlns:a16="http://schemas.microsoft.com/office/drawing/2014/main" id="{ABD966F2-01C0-448C-A1F7-59A915027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0574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C0000"/>
                </a:solidFill>
              </a:rPr>
              <a:t>Decryption:</a:t>
            </a:r>
            <a:r>
              <a:rPr lang="en-US" altLang="en-US"/>
              <a:t> decode the j</a:t>
            </a:r>
            <a:r>
              <a:rPr lang="en-US" altLang="en-US" baseline="30000"/>
              <a:t>th</a:t>
            </a:r>
            <a:r>
              <a:rPr lang="en-US" altLang="en-US"/>
              <a:t> letter to the (j-k) </a:t>
            </a:r>
            <a:r>
              <a:rPr lang="en-US" altLang="en-US" baseline="30000"/>
              <a:t>th</a:t>
            </a:r>
            <a:r>
              <a:rPr lang="en-US" altLang="en-US"/>
              <a:t>  letter.</a:t>
            </a:r>
          </a:p>
        </p:txBody>
      </p:sp>
      <p:sp>
        <p:nvSpPr>
          <p:cNvPr id="541703" name="Rectangle 7">
            <a:extLst>
              <a:ext uri="{FF2B5EF4-FFF2-40B4-BE49-F238E27FC236}">
                <a16:creationId xmlns:a16="http://schemas.microsoft.com/office/drawing/2014/main" id="{D823A83E-02B4-4646-8823-8D30859CE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99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E N D   R E I N F O R C E M E N T</a:t>
            </a:r>
          </a:p>
        </p:txBody>
      </p:sp>
      <p:sp>
        <p:nvSpPr>
          <p:cNvPr id="541704" name="Rectangle 8">
            <a:extLst>
              <a:ext uri="{FF2B5EF4-FFF2-40B4-BE49-F238E27FC236}">
                <a16:creationId xmlns:a16="http://schemas.microsoft.com/office/drawing/2014/main" id="{B9443CC8-7F4F-469D-9471-1B2587799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743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Plain-text:</a:t>
            </a:r>
          </a:p>
        </p:txBody>
      </p:sp>
      <p:sp>
        <p:nvSpPr>
          <p:cNvPr id="541705" name="Rectangle 9">
            <a:extLst>
              <a:ext uri="{FF2B5EF4-FFF2-40B4-BE49-F238E27FC236}">
                <a16:creationId xmlns:a16="http://schemas.microsoft.com/office/drawing/2014/main" id="{AD35DE97-9862-4A6D-91E1-339624093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0765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Key:</a:t>
            </a:r>
            <a:r>
              <a:rPr lang="en-US" altLang="en-US">
                <a:solidFill>
                  <a:srgbClr val="CC0000"/>
                </a:solidFill>
              </a:rPr>
              <a:t> 2</a:t>
            </a:r>
            <a:endParaRPr lang="en-US" altLang="en-US"/>
          </a:p>
        </p:txBody>
      </p:sp>
      <p:sp>
        <p:nvSpPr>
          <p:cNvPr id="541706" name="Rectangle 10">
            <a:extLst>
              <a:ext uri="{FF2B5EF4-FFF2-40B4-BE49-F238E27FC236}">
                <a16:creationId xmlns:a16="http://schemas.microsoft.com/office/drawing/2014/main" id="{A8968B4F-5437-4A2B-A02F-5E5BF5AD7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429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Cipher-text:</a:t>
            </a:r>
          </a:p>
        </p:txBody>
      </p:sp>
      <p:sp>
        <p:nvSpPr>
          <p:cNvPr id="541707" name="Rectangle 11">
            <a:extLst>
              <a:ext uri="{FF2B5EF4-FFF2-40B4-BE49-F238E27FC236}">
                <a16:creationId xmlns:a16="http://schemas.microsoft.com/office/drawing/2014/main" id="{51FF4852-28C6-4994-ACFE-F39C1DCE4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FF99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 G P F   T G K P H Q T E G O G P V</a:t>
            </a:r>
          </a:p>
        </p:txBody>
      </p:sp>
      <p:sp>
        <p:nvSpPr>
          <p:cNvPr id="541708" name="Rectangle 12">
            <a:extLst>
              <a:ext uri="{FF2B5EF4-FFF2-40B4-BE49-F238E27FC236}">
                <a16:creationId xmlns:a16="http://schemas.microsoft.com/office/drawing/2014/main" id="{85A525E2-6DF5-40FE-9BA6-2E0E1C5B4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67000"/>
            <a:ext cx="7315200" cy="12192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41709" name="Rectangle 13">
            <a:extLst>
              <a:ext uri="{FF2B5EF4-FFF2-40B4-BE49-F238E27FC236}">
                <a16:creationId xmlns:a16="http://schemas.microsoft.com/office/drawing/2014/main" id="{48E3047C-E4D0-4845-9119-D4DBD55F3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1910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CC0000"/>
                </a:solidFill>
              </a:rPr>
              <a:t>Problem:</a:t>
            </a:r>
            <a:r>
              <a:rPr lang="en-US" altLang="en-US"/>
              <a:t> only 26 possibilities for key – can be broken in short time.</a:t>
            </a:r>
          </a:p>
        </p:txBody>
      </p:sp>
      <p:sp>
        <p:nvSpPr>
          <p:cNvPr id="541711" name="Rectangle 15">
            <a:extLst>
              <a:ext uri="{FF2B5EF4-FFF2-40B4-BE49-F238E27FC236}">
                <a16:creationId xmlns:a16="http://schemas.microsoft.com/office/drawing/2014/main" id="{16EC1BAD-773F-4A86-BB6F-55FE0B9C5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943600"/>
            <a:ext cx="7848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rgbClr val="003399"/>
              </a:buClr>
              <a:buSzPct val="50000"/>
              <a:buFont typeface="Monotype Sorts" pitchFamily="2" charset="2"/>
              <a:defRPr kumimoji="1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35000"/>
              <a:buFont typeface="Monotype Sorts" pitchFamily="2" charset="2"/>
              <a:buChar char="n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00"/>
              </a:buClr>
              <a:buSzPct val="80000"/>
              <a:buChar char="–"/>
              <a:defRPr kumimoji="1" b="1">
                <a:solidFill>
                  <a:srgbClr val="004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!"/>
              <a:defRPr kumimoji="1" b="1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In other words: </a:t>
            </a:r>
            <a:r>
              <a:rPr lang="en-US" altLang="en-US">
                <a:solidFill>
                  <a:srgbClr val="CC0000"/>
                </a:solidFill>
              </a:rPr>
              <a:t>“security through obscurity”</a:t>
            </a:r>
            <a:r>
              <a:rPr lang="en-US" altLang="en-US"/>
              <a:t> does not work.</a:t>
            </a:r>
          </a:p>
        </p:txBody>
      </p:sp>
      <p:grpSp>
        <p:nvGrpSpPr>
          <p:cNvPr id="541713" name="Group 17">
            <a:extLst>
              <a:ext uri="{FF2B5EF4-FFF2-40B4-BE49-F238E27FC236}">
                <a16:creationId xmlns:a16="http://schemas.microsoft.com/office/drawing/2014/main" id="{5A322FA0-E253-4DE4-8C5C-5BD4B87AD52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800600"/>
            <a:ext cx="7924800" cy="838200"/>
            <a:chOff x="336" y="3024"/>
            <a:chExt cx="4992" cy="528"/>
          </a:xfrm>
        </p:grpSpPr>
        <p:sp>
          <p:nvSpPr>
            <p:cNvPr id="541710" name="Rectangle 14">
              <a:extLst>
                <a:ext uri="{FF2B5EF4-FFF2-40B4-BE49-F238E27FC236}">
                  <a16:creationId xmlns:a16="http://schemas.microsoft.com/office/drawing/2014/main" id="{6E7702B6-9B34-4190-8C2A-D21B16B42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072"/>
              <a:ext cx="4944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>
                <a:spcBef>
                  <a:spcPct val="20000"/>
                </a:spcBef>
                <a:buClr>
                  <a:srgbClr val="003399"/>
                </a:buClr>
                <a:buSzPct val="50000"/>
                <a:buFont typeface="Monotype Sorts" pitchFamily="2" charset="2"/>
                <a:defRPr kumimoji="1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35000"/>
                <a:buFont typeface="Monotype Sorts" pitchFamily="2" charset="2"/>
                <a:buChar char="n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6600"/>
                </a:buClr>
                <a:buSzPct val="80000"/>
                <a:buChar char="–"/>
                <a:defRPr kumimoji="1" b="1">
                  <a:solidFill>
                    <a:srgbClr val="004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!"/>
                <a:defRPr kumimoji="1" b="1">
                  <a:solidFill>
                    <a:schemeClr val="folHlink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100000"/>
                <a:buChar char="–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00000"/>
                <a:buChar char="–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00000"/>
                <a:buChar char="–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00000"/>
                <a:buChar char="–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00000"/>
                <a:buChar char="–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dirty="0" err="1">
                  <a:solidFill>
                    <a:srgbClr val="CC0000"/>
                  </a:solidFill>
                </a:rPr>
                <a:t>Kerchoff’s</a:t>
              </a:r>
              <a:r>
                <a:rPr lang="en-US" altLang="en-US" dirty="0">
                  <a:solidFill>
                    <a:srgbClr val="CC0000"/>
                  </a:solidFill>
                </a:rPr>
                <a:t> Principle (1883):</a:t>
              </a:r>
              <a:r>
                <a:rPr lang="en-US" altLang="en-US" dirty="0"/>
                <a:t> System should be secure even if algorithms are known, as long as key is secret.</a:t>
              </a:r>
            </a:p>
          </p:txBody>
        </p:sp>
        <p:sp>
          <p:nvSpPr>
            <p:cNvPr id="541712" name="AutoShape 16">
              <a:extLst>
                <a:ext uri="{FF2B5EF4-FFF2-40B4-BE49-F238E27FC236}">
                  <a16:creationId xmlns:a16="http://schemas.microsoft.com/office/drawing/2014/main" id="{F25B6DC5-CCD2-42DC-95D5-C13840079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24"/>
              <a:ext cx="4464" cy="528"/>
            </a:xfrm>
            <a:prstGeom prst="roundRect">
              <a:avLst>
                <a:gd name="adj" fmla="val 16667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906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1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1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1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03" grpId="0"/>
      <p:bldP spid="541704" grpId="0"/>
      <p:bldP spid="541705" grpId="0"/>
      <p:bldP spid="541706" grpId="0"/>
      <p:bldP spid="541707" grpId="0"/>
      <p:bldP spid="541709" grpId="0"/>
      <p:bldP spid="5417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EB9-CEDC-40FD-B4A3-E4693864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cipher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E115C2-098F-47AF-B82D-2E6FBEB75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219200"/>
            <a:ext cx="9391650" cy="1228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BD2DB-1E38-4DEE-B3D9-EE4BF360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29</a:t>
            </a:fld>
            <a:endParaRPr lang="en-US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CBC73-8E67-4223-A7E8-1A22C4BDB9DC}"/>
              </a:ext>
            </a:extLst>
          </p:cNvPr>
          <p:cNvSpPr/>
          <p:nvPr/>
        </p:nvSpPr>
        <p:spPr>
          <a:xfrm>
            <a:off x="1295400" y="2798459"/>
            <a:ext cx="5852884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MR12"/>
              </a:rPr>
              <a:t>Encrypt the word `pelican’.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Decrypt the cipher message `FEPIYLG'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8632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AA7C-81E9-4DE9-B15F-775DD27A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 Frequencies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C0E4A-0811-4A24-B7C1-678B72D4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30</a:t>
            </a:fld>
            <a:endParaRPr lang="en-US">
              <a:latin typeface="Arial"/>
            </a:endParaRP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745A864-EBE5-40D7-B636-C20495717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684000"/>
            <a:ext cx="7827811" cy="4491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15F924-F824-4991-8403-AEB549352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25" y="3886200"/>
            <a:ext cx="4791075" cy="218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86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123B-45CD-44CA-B835-F26A4F4C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The follow cipher is a clue to a secret animal. What is it?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185883-F60B-488C-AE95-E39F642CC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8956" y="839308"/>
            <a:ext cx="3689309" cy="54852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05BAD-94AB-43E6-A03B-C6B6F54E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31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4455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C2F0-876C-4463-864C-59837054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Time Pad cipher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545010-99D9-4051-8648-C4EB28F2D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684000"/>
            <a:ext cx="5791199" cy="56316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61E37-5B50-4219-8E73-EC56EC4F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32</a:t>
            </a:fld>
            <a:endParaRPr lang="en-US"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8DEF6-7F8A-4E02-8083-4E7519E8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38400"/>
            <a:ext cx="4905375" cy="147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72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3EAC-BCFE-4DDA-85A7-2EBB2636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(Private Key)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409B-370C-4C67-B38C-02DEE4FD3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84000"/>
            <a:ext cx="10851776" cy="31410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Symmetric encryption uses a </a:t>
            </a:r>
            <a:r>
              <a:rPr lang="en-US" b="1" dirty="0"/>
              <a:t>single key </a:t>
            </a:r>
            <a:r>
              <a:rPr lang="en-US" dirty="0"/>
              <a:t>for </a:t>
            </a:r>
            <a:r>
              <a:rPr lang="en-US" b="1" dirty="0"/>
              <a:t>encryption </a:t>
            </a:r>
            <a:r>
              <a:rPr lang="en-US" dirty="0"/>
              <a:t>and </a:t>
            </a:r>
            <a:r>
              <a:rPr lang="en-US" b="1" dirty="0"/>
              <a:t>decryption</a:t>
            </a:r>
            <a:r>
              <a:rPr lang="en-US" dirty="0"/>
              <a:t>.</a:t>
            </a:r>
          </a:p>
          <a:p>
            <a:r>
              <a:rPr lang="en-US" dirty="0"/>
              <a:t>Both the </a:t>
            </a:r>
            <a:r>
              <a:rPr lang="en-US" b="1" dirty="0"/>
              <a:t>sende</a:t>
            </a:r>
            <a:r>
              <a:rPr lang="en-US" dirty="0"/>
              <a:t>r and </a:t>
            </a:r>
            <a:r>
              <a:rPr lang="en-US" b="1" dirty="0"/>
              <a:t>receiver </a:t>
            </a:r>
            <a:r>
              <a:rPr lang="en-US" dirty="0"/>
              <a:t>have the </a:t>
            </a:r>
            <a:r>
              <a:rPr lang="en-US" b="1" dirty="0"/>
              <a:t>same key </a:t>
            </a:r>
            <a:r>
              <a:rPr lang="en-US" dirty="0"/>
              <a:t>and use it to encrypt and decrypt all messages.</a:t>
            </a:r>
          </a:p>
          <a:p>
            <a:r>
              <a:rPr lang="en-US" dirty="0"/>
              <a:t>It’s also known as </a:t>
            </a:r>
            <a:r>
              <a:rPr lang="en-US" b="1" dirty="0"/>
              <a:t>secret-key encryption </a:t>
            </a:r>
            <a:r>
              <a:rPr lang="en-US" dirty="0"/>
              <a:t>or </a:t>
            </a:r>
            <a:r>
              <a:rPr lang="en-US" b="1" dirty="0"/>
              <a:t>private-key </a:t>
            </a:r>
            <a:r>
              <a:rPr lang="en-US" dirty="0"/>
              <a:t>encryption.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5858B-EE61-444D-8D62-BAC70132A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6986"/>
            <a:ext cx="12192000" cy="314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0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3EAC-BCFE-4DDA-85A7-2EBB2636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(Private Key)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409B-370C-4C67-B38C-02DEE4FD3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112" y="609600"/>
            <a:ext cx="10851776" cy="4351338"/>
          </a:xfrm>
        </p:spPr>
        <p:txBody>
          <a:bodyPr/>
          <a:lstStyle/>
          <a:p>
            <a:r>
              <a:rPr lang="en-US" b="1" dirty="0"/>
              <a:t>Symmetric encryption </a:t>
            </a:r>
            <a:r>
              <a:rPr lang="en-US" dirty="0"/>
              <a:t>is much more efficient at encrypting large amounts of data than its counterpart, </a:t>
            </a:r>
            <a:r>
              <a:rPr lang="en-US" b="1" dirty="0"/>
              <a:t>asymmetric encryption</a:t>
            </a:r>
            <a:r>
              <a:rPr lang="en-US" dirty="0"/>
              <a:t>.</a:t>
            </a:r>
          </a:p>
          <a:p>
            <a:r>
              <a:rPr lang="en-US" dirty="0"/>
              <a:t>The downside of symmetrical encryption is that it makes it hard to initiate communication the first time.</a:t>
            </a:r>
          </a:p>
          <a:p>
            <a:r>
              <a:rPr lang="en-US" dirty="0"/>
              <a:t>How do you securely transmit the private key to each user?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5858B-EE61-444D-8D62-BAC70132A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6986"/>
            <a:ext cx="12192000" cy="314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97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4B7A-4924-48A4-9E03-D58EEE25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Asymmetric Encryption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7C44-110B-41F1-86FD-27534C0E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Asymmetric encryption uses two keys, a public key and a private key created as a matched pair.</a:t>
            </a:r>
          </a:p>
          <a:p>
            <a:pPr lvl="1"/>
            <a:r>
              <a:rPr lang="en-US" b="1" dirty="0"/>
              <a:t>Private Key</a:t>
            </a:r>
            <a:r>
              <a:rPr lang="en-US" dirty="0"/>
              <a:t>: Kept secret and never shared.</a:t>
            </a:r>
          </a:p>
          <a:p>
            <a:pPr lvl="1"/>
            <a:r>
              <a:rPr lang="en-US" b="1" dirty="0"/>
              <a:t>Public Key</a:t>
            </a:r>
            <a:r>
              <a:rPr lang="en-US" dirty="0"/>
              <a:t>: Shared with others. </a:t>
            </a:r>
          </a:p>
          <a:p>
            <a:r>
              <a:rPr lang="en-US" dirty="0"/>
              <a:t>Commonly referred to as:</a:t>
            </a:r>
          </a:p>
          <a:p>
            <a:pPr lvl="1"/>
            <a:r>
              <a:rPr lang="en-US" dirty="0"/>
              <a:t>Public Key Encryption</a:t>
            </a:r>
          </a:p>
          <a:p>
            <a:pPr lvl="1"/>
            <a:r>
              <a:rPr lang="en-US" dirty="0"/>
              <a:t>Public Key Infrastructure (PKI) Encryption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004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FDB7-1586-4155-ABCC-133C8358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Public Key Encryption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15EF-F4BF-4A13-B722-50EB536D2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encrypted with the </a:t>
            </a:r>
            <a:r>
              <a:rPr lang="en-US" b="1" dirty="0"/>
              <a:t>private key </a:t>
            </a:r>
            <a:r>
              <a:rPr lang="en-US" dirty="0"/>
              <a:t>can only be decrypted with the matched </a:t>
            </a:r>
            <a:r>
              <a:rPr lang="en-US" b="1" dirty="0"/>
              <a:t>public key</a:t>
            </a:r>
            <a:r>
              <a:rPr lang="en-US" dirty="0"/>
              <a:t>.</a:t>
            </a:r>
          </a:p>
          <a:p>
            <a:r>
              <a:rPr lang="en-US" dirty="0"/>
              <a:t>Anything encrypted with the </a:t>
            </a:r>
            <a:r>
              <a:rPr lang="en-US" b="1" dirty="0"/>
              <a:t>public key </a:t>
            </a:r>
            <a:r>
              <a:rPr lang="en-US" dirty="0"/>
              <a:t>can only be decrypted with the matched </a:t>
            </a:r>
            <a:r>
              <a:rPr lang="en-US" b="1" dirty="0"/>
              <a:t>private key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A8270-ECC1-4367-9F84-9B02435FD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1655"/>
            <a:ext cx="12192000" cy="31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01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authenticate using something they know, something they are, or something they have</a:t>
            </a:r>
          </a:p>
          <a:p>
            <a:r>
              <a:rPr lang="en-US" dirty="0"/>
              <a:t>Systems may use a variety of mechanisms to implement access control</a:t>
            </a:r>
          </a:p>
          <a:p>
            <a:r>
              <a:rPr lang="en-US" dirty="0"/>
              <a:t>Encryption helps prevent attackers from revealing, modifying, or fabricating messages</a:t>
            </a:r>
          </a:p>
          <a:p>
            <a:r>
              <a:rPr lang="en-US" dirty="0"/>
              <a:t>Symmetric and asymmetric encryption have complementary strengths and weaknesses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37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85746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2d6598c8-9bf2-44d1-ab28-2e42c78cea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F22010A4C4DE4D8C3A815681C8DB9B" ma:contentTypeVersion="17" ma:contentTypeDescription="Crée un document." ma:contentTypeScope="" ma:versionID="fc0b028151c1100e2ef84b70e9cdafcf">
  <xsd:schema xmlns:xsd="http://www.w3.org/2001/XMLSchema" xmlns:xs="http://www.w3.org/2001/XMLSchema" xmlns:p="http://schemas.microsoft.com/office/2006/metadata/properties" xmlns:ns1="http://schemas.microsoft.com/sharepoint/v3" xmlns:ns3="77399677-f5b8-4d9c-b06d-00071a8d5d0d" xmlns:ns4="2d6598c8-9bf2-44d1-ab28-2e42c78cea26" targetNamespace="http://schemas.microsoft.com/office/2006/metadata/properties" ma:root="true" ma:fieldsID="70974cb3406665c48ec400c44e4634eb" ns1:_="" ns3:_="" ns4:_="">
    <xsd:import namespace="http://schemas.microsoft.com/sharepoint/v3"/>
    <xsd:import namespace="77399677-f5b8-4d9c-b06d-00071a8d5d0d"/>
    <xsd:import namespace="2d6598c8-9bf2-44d1-ab28-2e42c78cea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Location" minOccurs="0"/>
                <xsd:element ref="ns4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399677-f5b8-4d9c-b06d-00071a8d5d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598c8-9bf2-44d1-ab28-2e42c78cea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C04534-A83D-479B-A773-C2FB7E41A064}">
  <ds:schemaRefs>
    <ds:schemaRef ds:uri="http://schemas.microsoft.com/office/2006/documentManagement/types"/>
    <ds:schemaRef ds:uri="http://www.w3.org/XML/1998/namespace"/>
    <ds:schemaRef ds:uri="77399677-f5b8-4d9c-b06d-00071a8d5d0d"/>
    <ds:schemaRef ds:uri="http://schemas.openxmlformats.org/package/2006/metadata/core-properties"/>
    <ds:schemaRef ds:uri="http://purl.org/dc/dcmitype/"/>
    <ds:schemaRef ds:uri="2d6598c8-9bf2-44d1-ab28-2e42c78cea26"/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139EAB-AF31-48AB-A64C-FCF6A9D2BB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7399677-f5b8-4d9c-b06d-00071a8d5d0d"/>
    <ds:schemaRef ds:uri="2d6598c8-9bf2-44d1-ab28-2e42c78cea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SCS_Instructor_Template_JAN-2016_final (002)</Template>
  <TotalTime>1964</TotalTime>
  <Words>1043</Words>
  <Application>Microsoft Office PowerPoint</Application>
  <PresentationFormat>Widescreen</PresentationFormat>
  <Paragraphs>237</Paragraphs>
  <Slides>37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Britannic Bold</vt:lpstr>
      <vt:lpstr>Calibri</vt:lpstr>
      <vt:lpstr>CMR12</vt:lpstr>
      <vt:lpstr>Courier New</vt:lpstr>
      <vt:lpstr>Monotype Sorts</vt:lpstr>
      <vt:lpstr>Verdana</vt:lpstr>
      <vt:lpstr>3_Body Slides</vt:lpstr>
      <vt:lpstr>Information System Security CCCS 402  Introduction to Computer Security  Module 2   Mona Taghavi</vt:lpstr>
      <vt:lpstr>Session Overview</vt:lpstr>
      <vt:lpstr>PowerPoint Presentation</vt:lpstr>
      <vt:lpstr>Three Factors of Authentication</vt:lpstr>
      <vt:lpstr>Something You Know</vt:lpstr>
      <vt:lpstr>Something You Know</vt:lpstr>
      <vt:lpstr>Distribution of Password Types</vt:lpstr>
      <vt:lpstr>Something You Know</vt:lpstr>
      <vt:lpstr>Something You Know</vt:lpstr>
      <vt:lpstr>Password Storage</vt:lpstr>
      <vt:lpstr>Something You Know</vt:lpstr>
      <vt:lpstr>Something You Know</vt:lpstr>
      <vt:lpstr>Password Storage</vt:lpstr>
      <vt:lpstr>User Identification and Authentication</vt:lpstr>
      <vt:lpstr>Access Control</vt:lpstr>
      <vt:lpstr>Implementing Access Control</vt:lpstr>
      <vt:lpstr>Reference Monitor</vt:lpstr>
      <vt:lpstr>Access Control Directory</vt:lpstr>
      <vt:lpstr>Access Control Matrix</vt:lpstr>
      <vt:lpstr>Role-based access control</vt:lpstr>
      <vt:lpstr>Cryptography Terminology</vt:lpstr>
      <vt:lpstr>Cryptography Goals</vt:lpstr>
      <vt:lpstr>Kerckhoffs’ Principle</vt:lpstr>
      <vt:lpstr>Provable Security</vt:lpstr>
      <vt:lpstr>Encrypting a Message</vt:lpstr>
      <vt:lpstr>Decrypting a Message</vt:lpstr>
      <vt:lpstr>Evolution of Ciphers</vt:lpstr>
      <vt:lpstr>Caesar’s Cipher </vt:lpstr>
      <vt:lpstr>Substitution cipher</vt:lpstr>
      <vt:lpstr>Letter Frequencies</vt:lpstr>
      <vt:lpstr>The follow cipher is a clue to a secret animal. What is it?</vt:lpstr>
      <vt:lpstr>One Time Pad cipher</vt:lpstr>
      <vt:lpstr>Symmetric (Private Key) Encryption</vt:lpstr>
      <vt:lpstr>Symmetric (Private Key) Encryption</vt:lpstr>
      <vt:lpstr>Asymmetric Encryption</vt:lpstr>
      <vt:lpstr>How Public Key Encryption Works</vt:lpstr>
      <vt:lpstr>Session Summary</vt:lpstr>
    </vt:vector>
  </TitlesOfParts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Quildon, Ms.</dc:creator>
  <cp:lastModifiedBy>M</cp:lastModifiedBy>
  <cp:revision>66</cp:revision>
  <dcterms:created xsi:type="dcterms:W3CDTF">2016-01-22T14:51:00Z</dcterms:created>
  <dcterms:modified xsi:type="dcterms:W3CDTF">2024-09-05T14:51:50Z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0x010100ABF22010A4C4DE4D8C3A815681C8DB9B</vt:lpwstr>
  </property>
  <property fmtid="{D5CDD505-2E9C-101B-9397-08002B2CF9AE}" pid="3" name="_dlc_DocIdItemGuid">
    <vt:lpwstr>7854b057-4ebf-435b-8657-63acaf55ccdc</vt:lpwstr>
  </property>
  <property fmtid="{D5CDD505-2E9C-101B-9397-08002B2CF9AE}" pid="4" name="ArticulateGUID">
    <vt:lpwstr>A7BECAEB-F12F-46DD-80CA-4A5D3808AE7C</vt:lpwstr>
  </property>
  <property fmtid="{D5CDD505-2E9C-101B-9397-08002B2CF9AE}" pid="5" name="ArticulatePath">
    <vt:lpwstr>CPD_Template_2019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