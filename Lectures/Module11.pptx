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0" r:id="rId4"/>
  </p:sldMasterIdLst>
  <p:notesMasterIdLst>
    <p:notesMasterId r:id="rId34"/>
  </p:notesMasterIdLst>
  <p:handoutMasterIdLst>
    <p:handoutMasterId r:id="rId35"/>
  </p:handoutMasterIdLst>
  <p:sldIdLst>
    <p:sldId id="265" r:id="rId5"/>
    <p:sldId id="261" r:id="rId6"/>
    <p:sldId id="835" r:id="rId7"/>
    <p:sldId id="836" r:id="rId8"/>
    <p:sldId id="837" r:id="rId9"/>
    <p:sldId id="838" r:id="rId10"/>
    <p:sldId id="337" r:id="rId11"/>
    <p:sldId id="341" r:id="rId12"/>
    <p:sldId id="828" r:id="rId13"/>
    <p:sldId id="343" r:id="rId14"/>
    <p:sldId id="345" r:id="rId15"/>
    <p:sldId id="830" r:id="rId16"/>
    <p:sldId id="840" r:id="rId17"/>
    <p:sldId id="841" r:id="rId18"/>
    <p:sldId id="842" r:id="rId19"/>
    <p:sldId id="843" r:id="rId20"/>
    <p:sldId id="844" r:id="rId21"/>
    <p:sldId id="845" r:id="rId22"/>
    <p:sldId id="846" r:id="rId23"/>
    <p:sldId id="848" r:id="rId24"/>
    <p:sldId id="847" r:id="rId25"/>
    <p:sldId id="849" r:id="rId26"/>
    <p:sldId id="850" r:id="rId27"/>
    <p:sldId id="851" r:id="rId28"/>
    <p:sldId id="852" r:id="rId29"/>
    <p:sldId id="382" r:id="rId30"/>
    <p:sldId id="383" r:id="rId31"/>
    <p:sldId id="387" r:id="rId32"/>
    <p:sldId id="372" r:id="rId33"/>
  </p:sldIdLst>
  <p:sldSz cx="12192000" cy="6858000"/>
  <p:notesSz cx="6934200" cy="9220200"/>
  <p:custDataLst>
    <p:tags r:id="rId36"/>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ademic Tablet" initials="AT" lastIdx="1" clrIdx="0"/>
  <p:cmAuthor id="1" name="Clarity" initials="CL" lastIdx="1" clrIdx="1"/>
  <p:cmAuthor id="2" name="Instructional Designer" initials="ID" lastIdx="11" clrIdx="2">
    <p:extLst>
      <p:ext uri="{19B8F6BF-5375-455C-9EA6-DF929625EA0E}">
        <p15:presenceInfo xmlns:p15="http://schemas.microsoft.com/office/powerpoint/2012/main" userId="S-1-5-21-2570627339-595396017-2782738742-11118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91C8D7"/>
    <a:srgbClr val="ED1B2F"/>
    <a:srgbClr val="8C8C8C"/>
    <a:srgbClr val="E43029"/>
    <a:srgbClr val="FF0000"/>
    <a:srgbClr val="698335"/>
    <a:srgbClr val="DFF1CB"/>
    <a:srgbClr val="EF5F5F"/>
    <a:srgbClr val="E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61348" autoAdjust="0"/>
  </p:normalViewPr>
  <p:slideViewPr>
    <p:cSldViewPr>
      <p:cViewPr varScale="1">
        <p:scale>
          <a:sx n="47" d="100"/>
          <a:sy n="47" d="100"/>
        </p:scale>
        <p:origin x="1800" y="45"/>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1" d="100"/>
          <a:sy n="51" d="100"/>
        </p:scale>
        <p:origin x="1632" y="24"/>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a Taghavi" userId="cdd0f8e6-fa0c-4861-85ac-fabaa218fd0b" providerId="ADAL" clId="{8BCA0C59-A71B-4C8C-9224-AF13D10C3A12}"/>
    <pc:docChg chg="undo custSel addSld delSld modSld">
      <pc:chgData name="Mona Taghavi" userId="cdd0f8e6-fa0c-4861-85ac-fabaa218fd0b" providerId="ADAL" clId="{8BCA0C59-A71B-4C8C-9224-AF13D10C3A12}" dt="2024-11-25T17:10:48.141" v="561" actId="2696"/>
      <pc:docMkLst>
        <pc:docMk/>
      </pc:docMkLst>
      <pc:sldChg chg="modSp">
        <pc:chgData name="Mona Taghavi" userId="cdd0f8e6-fa0c-4861-85ac-fabaa218fd0b" providerId="ADAL" clId="{8BCA0C59-A71B-4C8C-9224-AF13D10C3A12}" dt="2024-11-10T06:56:38.150" v="11" actId="20577"/>
        <pc:sldMkLst>
          <pc:docMk/>
          <pc:sldMk cId="2086746270" sldId="265"/>
        </pc:sldMkLst>
        <pc:spChg chg="mod">
          <ac:chgData name="Mona Taghavi" userId="cdd0f8e6-fa0c-4861-85ac-fabaa218fd0b" providerId="ADAL" clId="{8BCA0C59-A71B-4C8C-9224-AF13D10C3A12}" dt="2024-11-10T06:56:38.150" v="11" actId="20577"/>
          <ac:spMkLst>
            <pc:docMk/>
            <pc:sldMk cId="2086746270" sldId="265"/>
            <ac:spMk id="2" creationId="{00000000-0000-0000-0000-000000000000}"/>
          </ac:spMkLst>
        </pc:spChg>
      </pc:sldChg>
      <pc:sldChg chg="modNotesTx">
        <pc:chgData name="Mona Taghavi" userId="cdd0f8e6-fa0c-4861-85ac-fabaa218fd0b" providerId="ADAL" clId="{8BCA0C59-A71B-4C8C-9224-AF13D10C3A12}" dt="2024-11-25T17:08:22.771" v="533" actId="20577"/>
        <pc:sldMkLst>
          <pc:docMk/>
          <pc:sldMk cId="760355545" sldId="337"/>
        </pc:sldMkLst>
      </pc:sldChg>
      <pc:sldChg chg="del modTransition">
        <pc:chgData name="Mona Taghavi" userId="cdd0f8e6-fa0c-4861-85ac-fabaa218fd0b" providerId="ADAL" clId="{8BCA0C59-A71B-4C8C-9224-AF13D10C3A12}" dt="2024-11-25T17:08:28.227" v="535" actId="2696"/>
        <pc:sldMkLst>
          <pc:docMk/>
          <pc:sldMk cId="4150092524" sldId="338"/>
        </pc:sldMkLst>
      </pc:sldChg>
      <pc:sldChg chg="del modTransition">
        <pc:chgData name="Mona Taghavi" userId="cdd0f8e6-fa0c-4861-85ac-fabaa218fd0b" providerId="ADAL" clId="{8BCA0C59-A71B-4C8C-9224-AF13D10C3A12}" dt="2024-11-25T17:08:29.063" v="536" actId="2696"/>
        <pc:sldMkLst>
          <pc:docMk/>
          <pc:sldMk cId="599931052" sldId="339"/>
        </pc:sldMkLst>
      </pc:sldChg>
      <pc:sldChg chg="del modTransition">
        <pc:chgData name="Mona Taghavi" userId="cdd0f8e6-fa0c-4861-85ac-fabaa218fd0b" providerId="ADAL" clId="{8BCA0C59-A71B-4C8C-9224-AF13D10C3A12}" dt="2024-11-25T17:08:30.510" v="537" actId="2696"/>
        <pc:sldMkLst>
          <pc:docMk/>
          <pc:sldMk cId="3532775032" sldId="340"/>
        </pc:sldMkLst>
      </pc:sldChg>
      <pc:sldChg chg="del modTransition">
        <pc:chgData name="Mona Taghavi" userId="cdd0f8e6-fa0c-4861-85ac-fabaa218fd0b" providerId="ADAL" clId="{8BCA0C59-A71B-4C8C-9224-AF13D10C3A12}" dt="2024-11-25T17:08:43.127" v="539" actId="2696"/>
        <pc:sldMkLst>
          <pc:docMk/>
          <pc:sldMk cId="76797375" sldId="344"/>
        </pc:sldMkLst>
      </pc:sldChg>
      <pc:sldChg chg="del modTransition">
        <pc:chgData name="Mona Taghavi" userId="cdd0f8e6-fa0c-4861-85ac-fabaa218fd0b" providerId="ADAL" clId="{8BCA0C59-A71B-4C8C-9224-AF13D10C3A12}" dt="2024-11-25T17:08:57.307" v="542" actId="2696"/>
        <pc:sldMkLst>
          <pc:docMk/>
          <pc:sldMk cId="3034572814" sldId="346"/>
        </pc:sldMkLst>
      </pc:sldChg>
      <pc:sldChg chg="del modTransition">
        <pc:chgData name="Mona Taghavi" userId="cdd0f8e6-fa0c-4861-85ac-fabaa218fd0b" providerId="ADAL" clId="{8BCA0C59-A71B-4C8C-9224-AF13D10C3A12}" dt="2024-11-25T17:10:32.624" v="551" actId="2696"/>
        <pc:sldMkLst>
          <pc:docMk/>
          <pc:sldMk cId="3706635557" sldId="374"/>
        </pc:sldMkLst>
      </pc:sldChg>
      <pc:sldChg chg="del modTransition">
        <pc:chgData name="Mona Taghavi" userId="cdd0f8e6-fa0c-4861-85ac-fabaa218fd0b" providerId="ADAL" clId="{8BCA0C59-A71B-4C8C-9224-AF13D10C3A12}" dt="2024-11-25T17:10:33.640" v="552" actId="2696"/>
        <pc:sldMkLst>
          <pc:docMk/>
          <pc:sldMk cId="1542224202" sldId="375"/>
        </pc:sldMkLst>
      </pc:sldChg>
      <pc:sldChg chg="del modTransition">
        <pc:chgData name="Mona Taghavi" userId="cdd0f8e6-fa0c-4861-85ac-fabaa218fd0b" providerId="ADAL" clId="{8BCA0C59-A71B-4C8C-9224-AF13D10C3A12}" dt="2024-11-25T17:10:34.381" v="553" actId="2696"/>
        <pc:sldMkLst>
          <pc:docMk/>
          <pc:sldMk cId="1543676719" sldId="376"/>
        </pc:sldMkLst>
      </pc:sldChg>
      <pc:sldChg chg="del modTransition">
        <pc:chgData name="Mona Taghavi" userId="cdd0f8e6-fa0c-4861-85ac-fabaa218fd0b" providerId="ADAL" clId="{8BCA0C59-A71B-4C8C-9224-AF13D10C3A12}" dt="2024-11-25T17:10:35.291" v="554" actId="2696"/>
        <pc:sldMkLst>
          <pc:docMk/>
          <pc:sldMk cId="1675438515" sldId="378"/>
        </pc:sldMkLst>
      </pc:sldChg>
      <pc:sldChg chg="del modTransition">
        <pc:chgData name="Mona Taghavi" userId="cdd0f8e6-fa0c-4861-85ac-fabaa218fd0b" providerId="ADAL" clId="{8BCA0C59-A71B-4C8C-9224-AF13D10C3A12}" dt="2024-11-25T17:10:45.140" v="559" actId="2696"/>
        <pc:sldMkLst>
          <pc:docMk/>
          <pc:sldMk cId="1901810572" sldId="384"/>
        </pc:sldMkLst>
      </pc:sldChg>
      <pc:sldChg chg="del modTransition">
        <pc:chgData name="Mona Taghavi" userId="cdd0f8e6-fa0c-4861-85ac-fabaa218fd0b" providerId="ADAL" clId="{8BCA0C59-A71B-4C8C-9224-AF13D10C3A12}" dt="2024-11-25T17:10:46.725" v="560" actId="2696"/>
        <pc:sldMkLst>
          <pc:docMk/>
          <pc:sldMk cId="55845669" sldId="385"/>
        </pc:sldMkLst>
      </pc:sldChg>
      <pc:sldChg chg="del modTransition">
        <pc:chgData name="Mona Taghavi" userId="cdd0f8e6-fa0c-4861-85ac-fabaa218fd0b" providerId="ADAL" clId="{8BCA0C59-A71B-4C8C-9224-AF13D10C3A12}" dt="2024-11-25T17:10:48.141" v="561" actId="2696"/>
        <pc:sldMkLst>
          <pc:docMk/>
          <pc:sldMk cId="1376143332" sldId="386"/>
        </pc:sldMkLst>
      </pc:sldChg>
      <pc:sldChg chg="del modTransition">
        <pc:chgData name="Mona Taghavi" userId="cdd0f8e6-fa0c-4861-85ac-fabaa218fd0b" providerId="ADAL" clId="{8BCA0C59-A71B-4C8C-9224-AF13D10C3A12}" dt="2024-11-25T17:08:40.494" v="538" actId="2696"/>
        <pc:sldMkLst>
          <pc:docMk/>
          <pc:sldMk cId="74231625" sldId="829"/>
        </pc:sldMkLst>
      </pc:sldChg>
      <pc:sldChg chg="modNotesTx">
        <pc:chgData name="Mona Taghavi" userId="cdd0f8e6-fa0c-4861-85ac-fabaa218fd0b" providerId="ADAL" clId="{8BCA0C59-A71B-4C8C-9224-AF13D10C3A12}" dt="2024-11-25T17:08:53.200" v="541" actId="20577"/>
        <pc:sldMkLst>
          <pc:docMk/>
          <pc:sldMk cId="469070164" sldId="830"/>
        </pc:sldMkLst>
      </pc:sldChg>
      <pc:sldChg chg="del modTransition">
        <pc:chgData name="Mona Taghavi" userId="cdd0f8e6-fa0c-4861-85ac-fabaa218fd0b" providerId="ADAL" clId="{8BCA0C59-A71B-4C8C-9224-AF13D10C3A12}" dt="2024-11-25T17:10:36.024" v="555" actId="2696"/>
        <pc:sldMkLst>
          <pc:docMk/>
          <pc:sldMk cId="1291668238" sldId="831"/>
        </pc:sldMkLst>
      </pc:sldChg>
      <pc:sldChg chg="del modTransition">
        <pc:chgData name="Mona Taghavi" userId="cdd0f8e6-fa0c-4861-85ac-fabaa218fd0b" providerId="ADAL" clId="{8BCA0C59-A71B-4C8C-9224-AF13D10C3A12}" dt="2024-11-25T17:10:36.690" v="556" actId="2696"/>
        <pc:sldMkLst>
          <pc:docMk/>
          <pc:sldMk cId="415392520" sldId="832"/>
        </pc:sldMkLst>
      </pc:sldChg>
      <pc:sldChg chg="del modTransition">
        <pc:chgData name="Mona Taghavi" userId="cdd0f8e6-fa0c-4861-85ac-fabaa218fd0b" providerId="ADAL" clId="{8BCA0C59-A71B-4C8C-9224-AF13D10C3A12}" dt="2024-11-25T17:10:37.341" v="557" actId="2696"/>
        <pc:sldMkLst>
          <pc:docMk/>
          <pc:sldMk cId="4064978334" sldId="833"/>
        </pc:sldMkLst>
      </pc:sldChg>
      <pc:sldChg chg="del modTransition">
        <pc:chgData name="Mona Taghavi" userId="cdd0f8e6-fa0c-4861-85ac-fabaa218fd0b" providerId="ADAL" clId="{8BCA0C59-A71B-4C8C-9224-AF13D10C3A12}" dt="2024-11-25T17:10:37.977" v="558" actId="2696"/>
        <pc:sldMkLst>
          <pc:docMk/>
          <pc:sldMk cId="1056494193" sldId="834"/>
        </pc:sldMkLst>
      </pc:sldChg>
      <pc:sldChg chg="modSp add modNotesTx">
        <pc:chgData name="Mona Taghavi" userId="cdd0f8e6-fa0c-4861-85ac-fabaa218fd0b" providerId="ADAL" clId="{8BCA0C59-A71B-4C8C-9224-AF13D10C3A12}" dt="2024-11-25T17:08:02.355" v="530" actId="20577"/>
        <pc:sldMkLst>
          <pc:docMk/>
          <pc:sldMk cId="1739100704" sldId="835"/>
        </pc:sldMkLst>
        <pc:spChg chg="mod">
          <ac:chgData name="Mona Taghavi" userId="cdd0f8e6-fa0c-4861-85ac-fabaa218fd0b" providerId="ADAL" clId="{8BCA0C59-A71B-4C8C-9224-AF13D10C3A12}" dt="2024-11-13T07:40:28.261" v="58" actId="179"/>
          <ac:spMkLst>
            <pc:docMk/>
            <pc:sldMk cId="1739100704" sldId="835"/>
            <ac:spMk id="2" creationId="{F1596988-2B72-4C21-AC40-6207BB7417A4}"/>
          </ac:spMkLst>
        </pc:spChg>
        <pc:spChg chg="mod">
          <ac:chgData name="Mona Taghavi" userId="cdd0f8e6-fa0c-4861-85ac-fabaa218fd0b" providerId="ADAL" clId="{8BCA0C59-A71B-4C8C-9224-AF13D10C3A12}" dt="2024-11-13T07:28:36.472" v="27" actId="20577"/>
          <ac:spMkLst>
            <pc:docMk/>
            <pc:sldMk cId="1739100704" sldId="835"/>
            <ac:spMk id="3" creationId="{A0A0D41A-1444-4E18-9155-CD77404B8251}"/>
          </ac:spMkLst>
        </pc:spChg>
      </pc:sldChg>
      <pc:sldChg chg="modSp add modNotesTx">
        <pc:chgData name="Mona Taghavi" userId="cdd0f8e6-fa0c-4861-85ac-fabaa218fd0b" providerId="ADAL" clId="{8BCA0C59-A71B-4C8C-9224-AF13D10C3A12}" dt="2024-11-25T17:08:09.320" v="531" actId="20577"/>
        <pc:sldMkLst>
          <pc:docMk/>
          <pc:sldMk cId="910534558" sldId="836"/>
        </pc:sldMkLst>
        <pc:spChg chg="mod">
          <ac:chgData name="Mona Taghavi" userId="cdd0f8e6-fa0c-4861-85ac-fabaa218fd0b" providerId="ADAL" clId="{8BCA0C59-A71B-4C8C-9224-AF13D10C3A12}" dt="2024-11-13T07:44:52.638" v="97" actId="15"/>
          <ac:spMkLst>
            <pc:docMk/>
            <pc:sldMk cId="910534558" sldId="836"/>
            <ac:spMk id="2" creationId="{7DB5BC7B-0B32-44CD-B482-E13FF20A079F}"/>
          </ac:spMkLst>
        </pc:spChg>
        <pc:spChg chg="mod">
          <ac:chgData name="Mona Taghavi" userId="cdd0f8e6-fa0c-4861-85ac-fabaa218fd0b" providerId="ADAL" clId="{8BCA0C59-A71B-4C8C-9224-AF13D10C3A12}" dt="2024-11-13T07:43:16.340" v="74" actId="20577"/>
          <ac:spMkLst>
            <pc:docMk/>
            <pc:sldMk cId="910534558" sldId="836"/>
            <ac:spMk id="3" creationId="{287B6861-4F0C-4D15-90C2-5FB5E5DFEC9A}"/>
          </ac:spMkLst>
        </pc:spChg>
      </pc:sldChg>
      <pc:sldChg chg="modSp add">
        <pc:chgData name="Mona Taghavi" userId="cdd0f8e6-fa0c-4861-85ac-fabaa218fd0b" providerId="ADAL" clId="{8BCA0C59-A71B-4C8C-9224-AF13D10C3A12}" dt="2024-11-13T07:53:28.106" v="120" actId="20577"/>
        <pc:sldMkLst>
          <pc:docMk/>
          <pc:sldMk cId="3689266640" sldId="837"/>
        </pc:sldMkLst>
        <pc:spChg chg="mod">
          <ac:chgData name="Mona Taghavi" userId="cdd0f8e6-fa0c-4861-85ac-fabaa218fd0b" providerId="ADAL" clId="{8BCA0C59-A71B-4C8C-9224-AF13D10C3A12}" dt="2024-11-13T07:53:28.106" v="120" actId="20577"/>
          <ac:spMkLst>
            <pc:docMk/>
            <pc:sldMk cId="3689266640" sldId="837"/>
            <ac:spMk id="2" creationId="{1F4CCB60-2FE0-4CA1-8C5D-8F9979D7E9EB}"/>
          </ac:spMkLst>
        </pc:spChg>
        <pc:spChg chg="mod">
          <ac:chgData name="Mona Taghavi" userId="cdd0f8e6-fa0c-4861-85ac-fabaa218fd0b" providerId="ADAL" clId="{8BCA0C59-A71B-4C8C-9224-AF13D10C3A12}" dt="2024-11-13T07:47:39.086" v="99"/>
          <ac:spMkLst>
            <pc:docMk/>
            <pc:sldMk cId="3689266640" sldId="837"/>
            <ac:spMk id="3" creationId="{72ABEF1E-7783-4F13-8FD9-7CD994947CB1}"/>
          </ac:spMkLst>
        </pc:spChg>
      </pc:sldChg>
      <pc:sldChg chg="modSp add modNotesTx">
        <pc:chgData name="Mona Taghavi" userId="cdd0f8e6-fa0c-4861-85ac-fabaa218fd0b" providerId="ADAL" clId="{8BCA0C59-A71B-4C8C-9224-AF13D10C3A12}" dt="2024-11-25T17:08:16.849" v="532" actId="20577"/>
        <pc:sldMkLst>
          <pc:docMk/>
          <pc:sldMk cId="272445354" sldId="838"/>
        </pc:sldMkLst>
        <pc:spChg chg="mod">
          <ac:chgData name="Mona Taghavi" userId="cdd0f8e6-fa0c-4861-85ac-fabaa218fd0b" providerId="ADAL" clId="{8BCA0C59-A71B-4C8C-9224-AF13D10C3A12}" dt="2024-11-14T15:39:22.278" v="526" actId="108"/>
          <ac:spMkLst>
            <pc:docMk/>
            <pc:sldMk cId="272445354" sldId="838"/>
            <ac:spMk id="2" creationId="{8E683BEC-193C-4DF1-8ECC-B20EA219AD64}"/>
          </ac:spMkLst>
        </pc:spChg>
        <pc:spChg chg="mod">
          <ac:chgData name="Mona Taghavi" userId="cdd0f8e6-fa0c-4861-85ac-fabaa218fd0b" providerId="ADAL" clId="{8BCA0C59-A71B-4C8C-9224-AF13D10C3A12}" dt="2024-11-13T07:54:44.559" v="122"/>
          <ac:spMkLst>
            <pc:docMk/>
            <pc:sldMk cId="272445354" sldId="838"/>
            <ac:spMk id="3" creationId="{E44F89E1-7581-4A06-B8FC-999358349649}"/>
          </ac:spMkLst>
        </pc:spChg>
      </pc:sldChg>
      <pc:sldChg chg="modSp add del modTransition">
        <pc:chgData name="Mona Taghavi" userId="cdd0f8e6-fa0c-4861-85ac-fabaa218fd0b" providerId="ADAL" clId="{8BCA0C59-A71B-4C8C-9224-AF13D10C3A12}" dt="2024-11-25T17:08:27.013" v="534" actId="2696"/>
        <pc:sldMkLst>
          <pc:docMk/>
          <pc:sldMk cId="4136605077" sldId="839"/>
        </pc:sldMkLst>
        <pc:spChg chg="mod">
          <ac:chgData name="Mona Taghavi" userId="cdd0f8e6-fa0c-4861-85ac-fabaa218fd0b" providerId="ADAL" clId="{8BCA0C59-A71B-4C8C-9224-AF13D10C3A12}" dt="2024-11-13T08:10:02.371" v="147" actId="27636"/>
          <ac:spMkLst>
            <pc:docMk/>
            <pc:sldMk cId="4136605077" sldId="839"/>
            <ac:spMk id="2" creationId="{326E8747-0C88-4198-B55A-8EB60F1A3D4C}"/>
          </ac:spMkLst>
        </pc:spChg>
        <pc:spChg chg="mod">
          <ac:chgData name="Mona Taghavi" userId="cdd0f8e6-fa0c-4861-85ac-fabaa218fd0b" providerId="ADAL" clId="{8BCA0C59-A71B-4C8C-9224-AF13D10C3A12}" dt="2024-11-13T08:10:19.054" v="152" actId="20577"/>
          <ac:spMkLst>
            <pc:docMk/>
            <pc:sldMk cId="4136605077" sldId="839"/>
            <ac:spMk id="3" creationId="{D30E9DA9-533C-41EA-B44A-65069F95C412}"/>
          </ac:spMkLst>
        </pc:spChg>
      </pc:sldChg>
      <pc:sldChg chg="modSp add">
        <pc:chgData name="Mona Taghavi" userId="cdd0f8e6-fa0c-4861-85ac-fabaa218fd0b" providerId="ADAL" clId="{8BCA0C59-A71B-4C8C-9224-AF13D10C3A12}" dt="2024-11-14T06:28:34.372" v="284" actId="20577"/>
        <pc:sldMkLst>
          <pc:docMk/>
          <pc:sldMk cId="1380817804" sldId="840"/>
        </pc:sldMkLst>
        <pc:spChg chg="mod">
          <ac:chgData name="Mona Taghavi" userId="cdd0f8e6-fa0c-4861-85ac-fabaa218fd0b" providerId="ADAL" clId="{8BCA0C59-A71B-4C8C-9224-AF13D10C3A12}" dt="2024-11-13T15:34:33.815" v="175" actId="20577"/>
          <ac:spMkLst>
            <pc:docMk/>
            <pc:sldMk cId="1380817804" sldId="840"/>
            <ac:spMk id="2" creationId="{7E9C7E97-3317-4CAE-8A0F-B9669A4B6224}"/>
          </ac:spMkLst>
        </pc:spChg>
        <pc:spChg chg="mod">
          <ac:chgData name="Mona Taghavi" userId="cdd0f8e6-fa0c-4861-85ac-fabaa218fd0b" providerId="ADAL" clId="{8BCA0C59-A71B-4C8C-9224-AF13D10C3A12}" dt="2024-11-14T06:28:34.372" v="284" actId="20577"/>
          <ac:spMkLst>
            <pc:docMk/>
            <pc:sldMk cId="1380817804" sldId="840"/>
            <ac:spMk id="3" creationId="{363D7B4B-AC48-41EA-AA92-F99FE1774643}"/>
          </ac:spMkLst>
        </pc:spChg>
      </pc:sldChg>
      <pc:sldChg chg="modSp add modNotesTx">
        <pc:chgData name="Mona Taghavi" userId="cdd0f8e6-fa0c-4861-85ac-fabaa218fd0b" providerId="ADAL" clId="{8BCA0C59-A71B-4C8C-9224-AF13D10C3A12}" dt="2024-11-25T17:09:06.387" v="543" actId="20577"/>
        <pc:sldMkLst>
          <pc:docMk/>
          <pc:sldMk cId="3932476676" sldId="841"/>
        </pc:sldMkLst>
        <pc:spChg chg="mod">
          <ac:chgData name="Mona Taghavi" userId="cdd0f8e6-fa0c-4861-85ac-fabaa218fd0b" providerId="ADAL" clId="{8BCA0C59-A71B-4C8C-9224-AF13D10C3A12}" dt="2024-11-13T15:43:36.867" v="234" actId="313"/>
          <ac:spMkLst>
            <pc:docMk/>
            <pc:sldMk cId="3932476676" sldId="841"/>
            <ac:spMk id="2" creationId="{85FEA78B-953D-4962-93B3-4051D55296B1}"/>
          </ac:spMkLst>
        </pc:spChg>
        <pc:spChg chg="mod">
          <ac:chgData name="Mona Taghavi" userId="cdd0f8e6-fa0c-4861-85ac-fabaa218fd0b" providerId="ADAL" clId="{8BCA0C59-A71B-4C8C-9224-AF13D10C3A12}" dt="2024-11-13T15:40:24.598" v="233" actId="114"/>
          <ac:spMkLst>
            <pc:docMk/>
            <pc:sldMk cId="3932476676" sldId="841"/>
            <ac:spMk id="3" creationId="{5BD7D0A8-DB7E-4CF2-9606-BF36C897744F}"/>
          </ac:spMkLst>
        </pc:spChg>
      </pc:sldChg>
      <pc:sldChg chg="modSp add modNotesTx">
        <pc:chgData name="Mona Taghavi" userId="cdd0f8e6-fa0c-4861-85ac-fabaa218fd0b" providerId="ADAL" clId="{8BCA0C59-A71B-4C8C-9224-AF13D10C3A12}" dt="2024-11-25T17:09:23.756" v="544" actId="20577"/>
        <pc:sldMkLst>
          <pc:docMk/>
          <pc:sldMk cId="2160897776" sldId="842"/>
        </pc:sldMkLst>
        <pc:spChg chg="mod">
          <ac:chgData name="Mona Taghavi" userId="cdd0f8e6-fa0c-4861-85ac-fabaa218fd0b" providerId="ADAL" clId="{8BCA0C59-A71B-4C8C-9224-AF13D10C3A12}" dt="2024-11-13T15:44:06.277" v="258" actId="20577"/>
          <ac:spMkLst>
            <pc:docMk/>
            <pc:sldMk cId="2160897776" sldId="842"/>
            <ac:spMk id="2" creationId="{00DEBD65-95F5-4796-A483-3731724391AB}"/>
          </ac:spMkLst>
        </pc:spChg>
        <pc:spChg chg="mod">
          <ac:chgData name="Mona Taghavi" userId="cdd0f8e6-fa0c-4861-85ac-fabaa218fd0b" providerId="ADAL" clId="{8BCA0C59-A71B-4C8C-9224-AF13D10C3A12}" dt="2024-11-13T15:44:35.294" v="280" actId="20577"/>
          <ac:spMkLst>
            <pc:docMk/>
            <pc:sldMk cId="2160897776" sldId="842"/>
            <ac:spMk id="3" creationId="{FF4E11A8-D27F-4E89-96F5-9601B3AEBE92}"/>
          </ac:spMkLst>
        </pc:spChg>
      </pc:sldChg>
      <pc:sldChg chg="addSp modSp add modNotesTx">
        <pc:chgData name="Mona Taghavi" userId="cdd0f8e6-fa0c-4861-85ac-fabaa218fd0b" providerId="ADAL" clId="{8BCA0C59-A71B-4C8C-9224-AF13D10C3A12}" dt="2024-11-25T17:09:31.053" v="545" actId="20577"/>
        <pc:sldMkLst>
          <pc:docMk/>
          <pc:sldMk cId="2283542757" sldId="843"/>
        </pc:sldMkLst>
        <pc:spChg chg="mod">
          <ac:chgData name="Mona Taghavi" userId="cdd0f8e6-fa0c-4861-85ac-fabaa218fd0b" providerId="ADAL" clId="{8BCA0C59-A71B-4C8C-9224-AF13D10C3A12}" dt="2024-11-14T06:35:16.972" v="298" actId="20577"/>
          <ac:spMkLst>
            <pc:docMk/>
            <pc:sldMk cId="2283542757" sldId="843"/>
            <ac:spMk id="2" creationId="{05A9265E-73EB-49F9-86FE-A0559BD209DD}"/>
          </ac:spMkLst>
        </pc:spChg>
        <pc:spChg chg="mod">
          <ac:chgData name="Mona Taghavi" userId="cdd0f8e6-fa0c-4861-85ac-fabaa218fd0b" providerId="ADAL" clId="{8BCA0C59-A71B-4C8C-9224-AF13D10C3A12}" dt="2024-11-14T06:42:43.926" v="345" actId="113"/>
          <ac:spMkLst>
            <pc:docMk/>
            <pc:sldMk cId="2283542757" sldId="843"/>
            <ac:spMk id="3" creationId="{585D1B3E-7706-4E80-AF95-4C9128F11B6E}"/>
          </ac:spMkLst>
        </pc:spChg>
        <pc:picChg chg="add mod">
          <ac:chgData name="Mona Taghavi" userId="cdd0f8e6-fa0c-4861-85ac-fabaa218fd0b" providerId="ADAL" clId="{8BCA0C59-A71B-4C8C-9224-AF13D10C3A12}" dt="2024-11-14T06:42:18.996" v="339" actId="1076"/>
          <ac:picMkLst>
            <pc:docMk/>
            <pc:sldMk cId="2283542757" sldId="843"/>
            <ac:picMk id="5" creationId="{BF7F592D-1B78-4789-9686-E086103C43EF}"/>
          </ac:picMkLst>
        </pc:picChg>
      </pc:sldChg>
      <pc:sldChg chg="modSp add">
        <pc:chgData name="Mona Taghavi" userId="cdd0f8e6-fa0c-4861-85ac-fabaa218fd0b" providerId="ADAL" clId="{8BCA0C59-A71B-4C8C-9224-AF13D10C3A12}" dt="2024-11-14T06:45:19.796" v="350" actId="12"/>
        <pc:sldMkLst>
          <pc:docMk/>
          <pc:sldMk cId="2816527596" sldId="844"/>
        </pc:sldMkLst>
        <pc:spChg chg="mod">
          <ac:chgData name="Mona Taghavi" userId="cdd0f8e6-fa0c-4861-85ac-fabaa218fd0b" providerId="ADAL" clId="{8BCA0C59-A71B-4C8C-9224-AF13D10C3A12}" dt="2024-11-14T06:44:23.778" v="347"/>
          <ac:spMkLst>
            <pc:docMk/>
            <pc:sldMk cId="2816527596" sldId="844"/>
            <ac:spMk id="2" creationId="{E369B589-256C-45DA-8434-8DB26FA271C4}"/>
          </ac:spMkLst>
        </pc:spChg>
        <pc:spChg chg="mod">
          <ac:chgData name="Mona Taghavi" userId="cdd0f8e6-fa0c-4861-85ac-fabaa218fd0b" providerId="ADAL" clId="{8BCA0C59-A71B-4C8C-9224-AF13D10C3A12}" dt="2024-11-14T06:45:19.796" v="350" actId="12"/>
          <ac:spMkLst>
            <pc:docMk/>
            <pc:sldMk cId="2816527596" sldId="844"/>
            <ac:spMk id="3" creationId="{DCCEC5E0-D24A-470F-A265-21F6861D5A70}"/>
          </ac:spMkLst>
        </pc:spChg>
      </pc:sldChg>
      <pc:sldChg chg="modSp add modNotesTx">
        <pc:chgData name="Mona Taghavi" userId="cdd0f8e6-fa0c-4861-85ac-fabaa218fd0b" providerId="ADAL" clId="{8BCA0C59-A71B-4C8C-9224-AF13D10C3A12}" dt="2024-11-25T17:09:40.612" v="546" actId="20577"/>
        <pc:sldMkLst>
          <pc:docMk/>
          <pc:sldMk cId="3428142674" sldId="845"/>
        </pc:sldMkLst>
        <pc:spChg chg="mod">
          <ac:chgData name="Mona Taghavi" userId="cdd0f8e6-fa0c-4861-85ac-fabaa218fd0b" providerId="ADAL" clId="{8BCA0C59-A71B-4C8C-9224-AF13D10C3A12}" dt="2024-11-14T06:48:16.488" v="352"/>
          <ac:spMkLst>
            <pc:docMk/>
            <pc:sldMk cId="3428142674" sldId="845"/>
            <ac:spMk id="2" creationId="{E07557D1-E05E-47F4-BFEC-D76AE76A60D6}"/>
          </ac:spMkLst>
        </pc:spChg>
        <pc:spChg chg="mod">
          <ac:chgData name="Mona Taghavi" userId="cdd0f8e6-fa0c-4861-85ac-fabaa218fd0b" providerId="ADAL" clId="{8BCA0C59-A71B-4C8C-9224-AF13D10C3A12}" dt="2024-11-14T06:50:27.199" v="373" actId="20577"/>
          <ac:spMkLst>
            <pc:docMk/>
            <pc:sldMk cId="3428142674" sldId="845"/>
            <ac:spMk id="3" creationId="{58C2709E-E003-4EC2-A437-EE7F32219184}"/>
          </ac:spMkLst>
        </pc:spChg>
      </pc:sldChg>
      <pc:sldChg chg="addSp delSp modSp add">
        <pc:chgData name="Mona Taghavi" userId="cdd0f8e6-fa0c-4861-85ac-fabaa218fd0b" providerId="ADAL" clId="{8BCA0C59-A71B-4C8C-9224-AF13D10C3A12}" dt="2024-11-14T06:54:21.566" v="376"/>
        <pc:sldMkLst>
          <pc:docMk/>
          <pc:sldMk cId="2540738464" sldId="846"/>
        </pc:sldMkLst>
        <pc:spChg chg="mod">
          <ac:chgData name="Mona Taghavi" userId="cdd0f8e6-fa0c-4861-85ac-fabaa218fd0b" providerId="ADAL" clId="{8BCA0C59-A71B-4C8C-9224-AF13D10C3A12}" dt="2024-11-14T06:53:50.070" v="375"/>
          <ac:spMkLst>
            <pc:docMk/>
            <pc:sldMk cId="2540738464" sldId="846"/>
            <ac:spMk id="2" creationId="{0741D8DB-D496-498A-9BD7-A33E17668EDD}"/>
          </ac:spMkLst>
        </pc:spChg>
        <pc:spChg chg="del">
          <ac:chgData name="Mona Taghavi" userId="cdd0f8e6-fa0c-4861-85ac-fabaa218fd0b" providerId="ADAL" clId="{8BCA0C59-A71B-4C8C-9224-AF13D10C3A12}" dt="2024-11-14T06:54:21.566" v="376"/>
          <ac:spMkLst>
            <pc:docMk/>
            <pc:sldMk cId="2540738464" sldId="846"/>
            <ac:spMk id="3" creationId="{A2121018-50AA-476D-81C1-EF2DAF5AF980}"/>
          </ac:spMkLst>
        </pc:spChg>
        <pc:picChg chg="add mod">
          <ac:chgData name="Mona Taghavi" userId="cdd0f8e6-fa0c-4861-85ac-fabaa218fd0b" providerId="ADAL" clId="{8BCA0C59-A71B-4C8C-9224-AF13D10C3A12}" dt="2024-11-14T06:54:21.566" v="376"/>
          <ac:picMkLst>
            <pc:docMk/>
            <pc:sldMk cId="2540738464" sldId="846"/>
            <ac:picMk id="5" creationId="{1F3ECF06-784C-42A6-AB86-BB222161D9F5}"/>
          </ac:picMkLst>
        </pc:picChg>
      </pc:sldChg>
      <pc:sldChg chg="addSp modSp add modNotesTx">
        <pc:chgData name="Mona Taghavi" userId="cdd0f8e6-fa0c-4861-85ac-fabaa218fd0b" providerId="ADAL" clId="{8BCA0C59-A71B-4C8C-9224-AF13D10C3A12}" dt="2024-11-25T17:09:59.940" v="547" actId="20577"/>
        <pc:sldMkLst>
          <pc:docMk/>
          <pc:sldMk cId="1196064781" sldId="847"/>
        </pc:sldMkLst>
        <pc:spChg chg="mod">
          <ac:chgData name="Mona Taghavi" userId="cdd0f8e6-fa0c-4861-85ac-fabaa218fd0b" providerId="ADAL" clId="{8BCA0C59-A71B-4C8C-9224-AF13D10C3A12}" dt="2024-11-14T06:58:52.831" v="383"/>
          <ac:spMkLst>
            <pc:docMk/>
            <pc:sldMk cId="1196064781" sldId="847"/>
            <ac:spMk id="2" creationId="{AA849A5D-1DC4-403E-838B-6930814C26F8}"/>
          </ac:spMkLst>
        </pc:spChg>
        <pc:spChg chg="mod">
          <ac:chgData name="Mona Taghavi" userId="cdd0f8e6-fa0c-4861-85ac-fabaa218fd0b" providerId="ADAL" clId="{8BCA0C59-A71B-4C8C-9224-AF13D10C3A12}" dt="2024-11-14T07:05:08.687" v="416" actId="20577"/>
          <ac:spMkLst>
            <pc:docMk/>
            <pc:sldMk cId="1196064781" sldId="847"/>
            <ac:spMk id="3" creationId="{B9E370FF-4777-43AA-841E-80118DC1D942}"/>
          </ac:spMkLst>
        </pc:spChg>
        <pc:picChg chg="add mod">
          <ac:chgData name="Mona Taghavi" userId="cdd0f8e6-fa0c-4861-85ac-fabaa218fd0b" providerId="ADAL" clId="{8BCA0C59-A71B-4C8C-9224-AF13D10C3A12}" dt="2024-11-14T07:01:32.090" v="392" actId="1076"/>
          <ac:picMkLst>
            <pc:docMk/>
            <pc:sldMk cId="1196064781" sldId="847"/>
            <ac:picMk id="5" creationId="{B9ADBF85-5AB3-4CFC-B0C8-3B1E1E9B273E}"/>
          </ac:picMkLst>
        </pc:picChg>
      </pc:sldChg>
      <pc:sldChg chg="addSp delSp modSp add">
        <pc:chgData name="Mona Taghavi" userId="cdd0f8e6-fa0c-4861-85ac-fabaa218fd0b" providerId="ADAL" clId="{8BCA0C59-A71B-4C8C-9224-AF13D10C3A12}" dt="2024-11-14T06:56:20.634" v="382" actId="1076"/>
        <pc:sldMkLst>
          <pc:docMk/>
          <pc:sldMk cId="660504996" sldId="848"/>
        </pc:sldMkLst>
        <pc:spChg chg="add mod">
          <ac:chgData name="Mona Taghavi" userId="cdd0f8e6-fa0c-4861-85ac-fabaa218fd0b" providerId="ADAL" clId="{8BCA0C59-A71B-4C8C-9224-AF13D10C3A12}" dt="2024-11-14T06:56:12.512" v="379" actId="478"/>
          <ac:spMkLst>
            <pc:docMk/>
            <pc:sldMk cId="660504996" sldId="848"/>
            <ac:spMk id="6" creationId="{835575E0-06CD-4E40-B326-86243C7E8A0F}"/>
          </ac:spMkLst>
        </pc:spChg>
        <pc:picChg chg="del">
          <ac:chgData name="Mona Taghavi" userId="cdd0f8e6-fa0c-4861-85ac-fabaa218fd0b" providerId="ADAL" clId="{8BCA0C59-A71B-4C8C-9224-AF13D10C3A12}" dt="2024-11-14T06:56:12.512" v="379" actId="478"/>
          <ac:picMkLst>
            <pc:docMk/>
            <pc:sldMk cId="660504996" sldId="848"/>
            <ac:picMk id="5" creationId="{1F3ECF06-784C-42A6-AB86-BB222161D9F5}"/>
          </ac:picMkLst>
        </pc:picChg>
        <pc:picChg chg="add mod">
          <ac:chgData name="Mona Taghavi" userId="cdd0f8e6-fa0c-4861-85ac-fabaa218fd0b" providerId="ADAL" clId="{8BCA0C59-A71B-4C8C-9224-AF13D10C3A12}" dt="2024-11-14T06:56:20.634" v="382" actId="1076"/>
          <ac:picMkLst>
            <pc:docMk/>
            <pc:sldMk cId="660504996" sldId="848"/>
            <ac:picMk id="7" creationId="{19248523-61E0-400C-935E-AE34E213DD34}"/>
          </ac:picMkLst>
        </pc:picChg>
      </pc:sldChg>
      <pc:sldChg chg="modSp add modNotesTx">
        <pc:chgData name="Mona Taghavi" userId="cdd0f8e6-fa0c-4861-85ac-fabaa218fd0b" providerId="ADAL" clId="{8BCA0C59-A71B-4C8C-9224-AF13D10C3A12}" dt="2024-11-25T17:10:05.282" v="548" actId="20577"/>
        <pc:sldMkLst>
          <pc:docMk/>
          <pc:sldMk cId="4186066964" sldId="849"/>
        </pc:sldMkLst>
        <pc:spChg chg="mod">
          <ac:chgData name="Mona Taghavi" userId="cdd0f8e6-fa0c-4861-85ac-fabaa218fd0b" providerId="ADAL" clId="{8BCA0C59-A71B-4C8C-9224-AF13D10C3A12}" dt="2024-11-14T07:07:49.434" v="418"/>
          <ac:spMkLst>
            <pc:docMk/>
            <pc:sldMk cId="4186066964" sldId="849"/>
            <ac:spMk id="2" creationId="{E802DA20-EF76-4D87-924C-F1AC4137497D}"/>
          </ac:spMkLst>
        </pc:spChg>
        <pc:spChg chg="mod">
          <ac:chgData name="Mona Taghavi" userId="cdd0f8e6-fa0c-4861-85ac-fabaa218fd0b" providerId="ADAL" clId="{8BCA0C59-A71B-4C8C-9224-AF13D10C3A12}" dt="2024-11-14T07:10:19.956" v="429"/>
          <ac:spMkLst>
            <pc:docMk/>
            <pc:sldMk cId="4186066964" sldId="849"/>
            <ac:spMk id="3" creationId="{7905A81C-4613-4D3A-B58A-A85F0D12BF7F}"/>
          </ac:spMkLst>
        </pc:spChg>
      </pc:sldChg>
      <pc:sldChg chg="modSp add modNotesTx">
        <pc:chgData name="Mona Taghavi" userId="cdd0f8e6-fa0c-4861-85ac-fabaa218fd0b" providerId="ADAL" clId="{8BCA0C59-A71B-4C8C-9224-AF13D10C3A12}" dt="2024-11-25T17:10:11.283" v="549" actId="20577"/>
        <pc:sldMkLst>
          <pc:docMk/>
          <pc:sldMk cId="447566803" sldId="850"/>
        </pc:sldMkLst>
        <pc:spChg chg="mod">
          <ac:chgData name="Mona Taghavi" userId="cdd0f8e6-fa0c-4861-85ac-fabaa218fd0b" providerId="ADAL" clId="{8BCA0C59-A71B-4C8C-9224-AF13D10C3A12}" dt="2024-11-14T07:12:10.048" v="488"/>
          <ac:spMkLst>
            <pc:docMk/>
            <pc:sldMk cId="447566803" sldId="850"/>
            <ac:spMk id="2" creationId="{FCA9D529-1AF5-4FA6-AE6C-CF55BF210290}"/>
          </ac:spMkLst>
        </pc:spChg>
        <pc:spChg chg="mod">
          <ac:chgData name="Mona Taghavi" userId="cdd0f8e6-fa0c-4861-85ac-fabaa218fd0b" providerId="ADAL" clId="{8BCA0C59-A71B-4C8C-9224-AF13D10C3A12}" dt="2024-11-14T07:13:54.547" v="498" actId="20577"/>
          <ac:spMkLst>
            <pc:docMk/>
            <pc:sldMk cId="447566803" sldId="850"/>
            <ac:spMk id="3" creationId="{663D3CF0-65E9-4174-90C1-484BF4DC9907}"/>
          </ac:spMkLst>
        </pc:spChg>
      </pc:sldChg>
      <pc:sldChg chg="modSp add">
        <pc:chgData name="Mona Taghavi" userId="cdd0f8e6-fa0c-4861-85ac-fabaa218fd0b" providerId="ADAL" clId="{8BCA0C59-A71B-4C8C-9224-AF13D10C3A12}" dt="2024-11-14T07:17:46.486" v="509" actId="20577"/>
        <pc:sldMkLst>
          <pc:docMk/>
          <pc:sldMk cId="2163230296" sldId="851"/>
        </pc:sldMkLst>
        <pc:spChg chg="mod">
          <ac:chgData name="Mona Taghavi" userId="cdd0f8e6-fa0c-4861-85ac-fabaa218fd0b" providerId="ADAL" clId="{8BCA0C59-A71B-4C8C-9224-AF13D10C3A12}" dt="2024-11-14T07:15:36.514" v="500"/>
          <ac:spMkLst>
            <pc:docMk/>
            <pc:sldMk cId="2163230296" sldId="851"/>
            <ac:spMk id="2" creationId="{8C0AF54D-D082-4AAC-8B42-9BAB2FBC0AF9}"/>
          </ac:spMkLst>
        </pc:spChg>
        <pc:spChg chg="mod">
          <ac:chgData name="Mona Taghavi" userId="cdd0f8e6-fa0c-4861-85ac-fabaa218fd0b" providerId="ADAL" clId="{8BCA0C59-A71B-4C8C-9224-AF13D10C3A12}" dt="2024-11-14T07:17:46.486" v="509" actId="20577"/>
          <ac:spMkLst>
            <pc:docMk/>
            <pc:sldMk cId="2163230296" sldId="851"/>
            <ac:spMk id="3" creationId="{5035177C-AB71-4635-B9EF-33D9C7ABC4B1}"/>
          </ac:spMkLst>
        </pc:spChg>
      </pc:sldChg>
      <pc:sldChg chg="addSp delSp modSp add modNotesTx">
        <pc:chgData name="Mona Taghavi" userId="cdd0f8e6-fa0c-4861-85ac-fabaa218fd0b" providerId="ADAL" clId="{8BCA0C59-A71B-4C8C-9224-AF13D10C3A12}" dt="2024-11-25T17:10:25.563" v="550" actId="20577"/>
        <pc:sldMkLst>
          <pc:docMk/>
          <pc:sldMk cId="3067156160" sldId="852"/>
        </pc:sldMkLst>
        <pc:spChg chg="del mod">
          <ac:chgData name="Mona Taghavi" userId="cdd0f8e6-fa0c-4861-85ac-fabaa218fd0b" providerId="ADAL" clId="{8BCA0C59-A71B-4C8C-9224-AF13D10C3A12}" dt="2024-11-14T07:21:14.037" v="514"/>
          <ac:spMkLst>
            <pc:docMk/>
            <pc:sldMk cId="3067156160" sldId="852"/>
            <ac:spMk id="3" creationId="{5035177C-AB71-4635-B9EF-33D9C7ABC4B1}"/>
          </ac:spMkLst>
        </pc:spChg>
        <pc:picChg chg="add mod">
          <ac:chgData name="Mona Taghavi" userId="cdd0f8e6-fa0c-4861-85ac-fabaa218fd0b" providerId="ADAL" clId="{8BCA0C59-A71B-4C8C-9224-AF13D10C3A12}" dt="2024-11-14T07:21:14.037" v="514"/>
          <ac:picMkLst>
            <pc:docMk/>
            <pc:sldMk cId="3067156160" sldId="852"/>
            <ac:picMk id="5" creationId="{B933EE9E-3AC1-4A26-9792-81BF57132EE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defRPr sz="1100"/>
            </a:lvl1pPr>
          </a:lstStyle>
          <a:p>
            <a:endParaRPr lang="en-US"/>
          </a:p>
        </p:txBody>
      </p:sp>
      <p:sp>
        <p:nvSpPr>
          <p:cNvPr id="70659" name="Rectangle 3"/>
          <p:cNvSpPr>
            <a:spLocks noGrp="1" noChangeArrowheads="1"/>
          </p:cNvSpPr>
          <p:nvPr>
            <p:ph type="dt" sz="quarter" idx="1"/>
          </p:nvPr>
        </p:nvSpPr>
        <p:spPr bwMode="auto">
          <a:xfrm>
            <a:off x="3927574"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lgn="r">
              <a:defRPr sz="1100"/>
            </a:lvl1pPr>
          </a:lstStyle>
          <a:p>
            <a:endParaRPr lang="en-US"/>
          </a:p>
        </p:txBody>
      </p:sp>
      <p:sp>
        <p:nvSpPr>
          <p:cNvPr id="70660" name="Rectangle 4"/>
          <p:cNvSpPr>
            <a:spLocks noGrp="1" noChangeArrowheads="1"/>
          </p:cNvSpPr>
          <p:nvPr>
            <p:ph type="ftr" sz="quarter" idx="2"/>
          </p:nvPr>
        </p:nvSpPr>
        <p:spPr bwMode="auto">
          <a:xfrm>
            <a:off x="0"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defRPr sz="1100"/>
            </a:lvl1pPr>
          </a:lstStyle>
          <a:p>
            <a:endParaRPr lang="en-US"/>
          </a:p>
        </p:txBody>
      </p:sp>
      <p:sp>
        <p:nvSpPr>
          <p:cNvPr id="70661" name="Rectangle 5"/>
          <p:cNvSpPr>
            <a:spLocks noGrp="1" noChangeArrowheads="1"/>
          </p:cNvSpPr>
          <p:nvPr>
            <p:ph type="sldNum" sz="quarter" idx="3"/>
          </p:nvPr>
        </p:nvSpPr>
        <p:spPr bwMode="auto">
          <a:xfrm>
            <a:off x="3927574"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lgn="r">
              <a:defRPr sz="1100"/>
            </a:lvl1pPr>
          </a:lstStyle>
          <a:p>
            <a:fld id="{DD28354E-E48C-49CC-8370-7D038345486C}" type="slidenum">
              <a:rPr lang="en-US"/>
              <a:pPr/>
              <a:t>‹#›</a:t>
            </a:fld>
            <a:endParaRPr lang="en-US"/>
          </a:p>
        </p:txBody>
      </p:sp>
    </p:spTree>
    <p:extLst>
      <p:ext uri="{BB962C8B-B14F-4D97-AF65-F5344CB8AC3E}">
        <p14:creationId xmlns:p14="http://schemas.microsoft.com/office/powerpoint/2010/main" val="40903845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defTabSz="923186">
              <a:defRPr sz="1200"/>
            </a:lvl1pPr>
          </a:lstStyle>
          <a:p>
            <a:endParaRPr lang="en-US"/>
          </a:p>
        </p:txBody>
      </p:sp>
      <p:sp>
        <p:nvSpPr>
          <p:cNvPr id="31747" name="Rectangle 3"/>
          <p:cNvSpPr>
            <a:spLocks noGrp="1" noChangeArrowheads="1"/>
          </p:cNvSpPr>
          <p:nvPr>
            <p:ph type="dt" idx="1"/>
          </p:nvPr>
        </p:nvSpPr>
        <p:spPr bwMode="auto">
          <a:xfrm>
            <a:off x="3927574"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defTabSz="923186">
              <a:defRPr sz="1200"/>
            </a:lvl1pPr>
          </a:lstStyle>
          <a:p>
            <a:endParaRPr lang="en-US"/>
          </a:p>
        </p:txBody>
      </p:sp>
      <p:sp>
        <p:nvSpPr>
          <p:cNvPr id="31748"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sp>
      <p:sp>
        <p:nvSpPr>
          <p:cNvPr id="31749" name="Rectangle 5"/>
          <p:cNvSpPr>
            <a:spLocks noGrp="1" noChangeArrowheads="1"/>
          </p:cNvSpPr>
          <p:nvPr>
            <p:ph type="body" sz="quarter" idx="3"/>
          </p:nvPr>
        </p:nvSpPr>
        <p:spPr bwMode="auto">
          <a:xfrm>
            <a:off x="693722" y="4379901"/>
            <a:ext cx="5546758" cy="4148175"/>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750" name="Rectangle 6"/>
          <p:cNvSpPr>
            <a:spLocks noGrp="1" noChangeArrowheads="1"/>
          </p:cNvSpPr>
          <p:nvPr>
            <p:ph type="ftr" sz="quarter" idx="4"/>
          </p:nvPr>
        </p:nvSpPr>
        <p:spPr bwMode="auto">
          <a:xfrm>
            <a:off x="0"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defTabSz="923186">
              <a:defRPr sz="1200"/>
            </a:lvl1pPr>
          </a:lstStyle>
          <a:p>
            <a:endParaRPr lang="en-US"/>
          </a:p>
        </p:txBody>
      </p:sp>
      <p:sp>
        <p:nvSpPr>
          <p:cNvPr id="31751" name="Rectangle 7"/>
          <p:cNvSpPr>
            <a:spLocks noGrp="1" noChangeArrowheads="1"/>
          </p:cNvSpPr>
          <p:nvPr>
            <p:ph type="sldNum" sz="quarter" idx="5"/>
          </p:nvPr>
        </p:nvSpPr>
        <p:spPr bwMode="auto">
          <a:xfrm>
            <a:off x="3927574"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defTabSz="923186">
              <a:defRPr sz="1200"/>
            </a:lvl1pPr>
          </a:lstStyle>
          <a:p>
            <a:fld id="{87F161E8-846D-4747-B53A-F633A57CCB41}" type="slidenum">
              <a:rPr lang="en-US"/>
              <a:pPr/>
              <a:t>‹#›</a:t>
            </a:fld>
            <a:endParaRPr lang="en-US"/>
          </a:p>
        </p:txBody>
      </p:sp>
    </p:spTree>
    <p:extLst>
      <p:ext uri="{BB962C8B-B14F-4D97-AF65-F5344CB8AC3E}">
        <p14:creationId xmlns:p14="http://schemas.microsoft.com/office/powerpoint/2010/main" val="323901115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3</a:t>
            </a:fld>
            <a:endParaRPr lang="en-US"/>
          </a:p>
        </p:txBody>
      </p:sp>
    </p:spTree>
    <p:extLst>
      <p:ext uri="{BB962C8B-B14F-4D97-AF65-F5344CB8AC3E}">
        <p14:creationId xmlns:p14="http://schemas.microsoft.com/office/powerpoint/2010/main" val="1781122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4</a:t>
            </a:fld>
            <a:endParaRPr lang="en-US"/>
          </a:p>
        </p:txBody>
      </p:sp>
    </p:spTree>
    <p:extLst>
      <p:ext uri="{BB962C8B-B14F-4D97-AF65-F5344CB8AC3E}">
        <p14:creationId xmlns:p14="http://schemas.microsoft.com/office/powerpoint/2010/main" val="1303237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6</a:t>
            </a:fld>
            <a:endParaRPr lang="en-US"/>
          </a:p>
        </p:txBody>
      </p:sp>
    </p:spTree>
    <p:extLst>
      <p:ext uri="{BB962C8B-B14F-4D97-AF65-F5344CB8AC3E}">
        <p14:creationId xmlns:p14="http://schemas.microsoft.com/office/powerpoint/2010/main" val="685672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7</a:t>
            </a:fld>
            <a:endParaRPr lang="en-US">
              <a:solidFill>
                <a:prstClr val="black"/>
              </a:solidFill>
              <a:latin typeface="Calibri"/>
            </a:endParaRPr>
          </a:p>
        </p:txBody>
      </p:sp>
    </p:spTree>
    <p:extLst>
      <p:ext uri="{BB962C8B-B14F-4D97-AF65-F5344CB8AC3E}">
        <p14:creationId xmlns:p14="http://schemas.microsoft.com/office/powerpoint/2010/main" val="1308310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8</a:t>
            </a:fld>
            <a:endParaRPr lang="en-US">
              <a:solidFill>
                <a:prstClr val="black"/>
              </a:solidFill>
              <a:latin typeface="Calibri"/>
            </a:endParaRPr>
          </a:p>
        </p:txBody>
      </p:sp>
    </p:spTree>
    <p:extLst>
      <p:ext uri="{BB962C8B-B14F-4D97-AF65-F5344CB8AC3E}">
        <p14:creationId xmlns:p14="http://schemas.microsoft.com/office/powerpoint/2010/main" val="725377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9</a:t>
            </a:fld>
            <a:endParaRPr lang="en-US"/>
          </a:p>
        </p:txBody>
      </p:sp>
    </p:spTree>
    <p:extLst>
      <p:ext uri="{BB962C8B-B14F-4D97-AF65-F5344CB8AC3E}">
        <p14:creationId xmlns:p14="http://schemas.microsoft.com/office/powerpoint/2010/main" val="2887255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11</a:t>
            </a:fld>
            <a:endParaRPr lang="en-US">
              <a:solidFill>
                <a:prstClr val="black"/>
              </a:solidFill>
              <a:latin typeface="Calibri"/>
            </a:endParaRPr>
          </a:p>
        </p:txBody>
      </p:sp>
    </p:spTree>
    <p:extLst>
      <p:ext uri="{BB962C8B-B14F-4D97-AF65-F5344CB8AC3E}">
        <p14:creationId xmlns:p14="http://schemas.microsoft.com/office/powerpoint/2010/main" val="1681128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12</a:t>
            </a:fld>
            <a:endParaRPr lang="en-US">
              <a:solidFill>
                <a:prstClr val="black"/>
              </a:solidFill>
              <a:latin typeface="Calibri"/>
            </a:endParaRPr>
          </a:p>
        </p:txBody>
      </p:sp>
    </p:spTree>
    <p:extLst>
      <p:ext uri="{BB962C8B-B14F-4D97-AF65-F5344CB8AC3E}">
        <p14:creationId xmlns:p14="http://schemas.microsoft.com/office/powerpoint/2010/main" val="4030869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14</a:t>
            </a:fld>
            <a:endParaRPr lang="en-US"/>
          </a:p>
        </p:txBody>
      </p:sp>
    </p:spTree>
    <p:extLst>
      <p:ext uri="{BB962C8B-B14F-4D97-AF65-F5344CB8AC3E}">
        <p14:creationId xmlns:p14="http://schemas.microsoft.com/office/powerpoint/2010/main" val="3862027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15</a:t>
            </a:fld>
            <a:endParaRPr lang="en-US"/>
          </a:p>
        </p:txBody>
      </p:sp>
    </p:spTree>
    <p:extLst>
      <p:ext uri="{BB962C8B-B14F-4D97-AF65-F5344CB8AC3E}">
        <p14:creationId xmlns:p14="http://schemas.microsoft.com/office/powerpoint/2010/main" val="898393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16</a:t>
            </a:fld>
            <a:endParaRPr lang="en-US"/>
          </a:p>
        </p:txBody>
      </p:sp>
    </p:spTree>
    <p:extLst>
      <p:ext uri="{BB962C8B-B14F-4D97-AF65-F5344CB8AC3E}">
        <p14:creationId xmlns:p14="http://schemas.microsoft.com/office/powerpoint/2010/main" val="425440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18</a:t>
            </a:fld>
            <a:endParaRPr lang="en-US"/>
          </a:p>
        </p:txBody>
      </p:sp>
    </p:spTree>
    <p:extLst>
      <p:ext uri="{BB962C8B-B14F-4D97-AF65-F5344CB8AC3E}">
        <p14:creationId xmlns:p14="http://schemas.microsoft.com/office/powerpoint/2010/main" val="780753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21</a:t>
            </a:fld>
            <a:endParaRPr lang="en-US"/>
          </a:p>
        </p:txBody>
      </p:sp>
    </p:spTree>
    <p:extLst>
      <p:ext uri="{BB962C8B-B14F-4D97-AF65-F5344CB8AC3E}">
        <p14:creationId xmlns:p14="http://schemas.microsoft.com/office/powerpoint/2010/main" val="694753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22</a:t>
            </a:fld>
            <a:endParaRPr lang="en-US"/>
          </a:p>
        </p:txBody>
      </p:sp>
    </p:spTree>
    <p:extLst>
      <p:ext uri="{BB962C8B-B14F-4D97-AF65-F5344CB8AC3E}">
        <p14:creationId xmlns:p14="http://schemas.microsoft.com/office/powerpoint/2010/main" val="1365318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23</a:t>
            </a:fld>
            <a:endParaRPr lang="en-US"/>
          </a:p>
        </p:txBody>
      </p:sp>
    </p:spTree>
    <p:extLst>
      <p:ext uri="{BB962C8B-B14F-4D97-AF65-F5344CB8AC3E}">
        <p14:creationId xmlns:p14="http://schemas.microsoft.com/office/powerpoint/2010/main" val="3651288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25</a:t>
            </a:fld>
            <a:endParaRPr lang="en-US"/>
          </a:p>
        </p:txBody>
      </p:sp>
    </p:spTree>
    <p:extLst>
      <p:ext uri="{BB962C8B-B14F-4D97-AF65-F5344CB8AC3E}">
        <p14:creationId xmlns:p14="http://schemas.microsoft.com/office/powerpoint/2010/main" val="3887733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EECDD1-E348-824A-B929-EC2C80ADB316}" type="slidenum">
              <a:rPr lang="en-US" smtClean="0"/>
              <a:t>29</a:t>
            </a:fld>
            <a:endParaRPr lang="en-US"/>
          </a:p>
        </p:txBody>
      </p:sp>
    </p:spTree>
    <p:extLst>
      <p:ext uri="{BB962C8B-B14F-4D97-AF65-F5344CB8AC3E}">
        <p14:creationId xmlns:p14="http://schemas.microsoft.com/office/powerpoint/2010/main" val="7610253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5" name="Rectangle 4"/>
          <p:cNvSpPr/>
          <p:nvPr userDrawn="1"/>
        </p:nvSpPr>
        <p:spPr>
          <a:xfrm>
            <a:off x="11049000" y="6400800"/>
            <a:ext cx="914400" cy="381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2" name="Title 1"/>
          <p:cNvSpPr>
            <a:spLocks noGrp="1"/>
          </p:cNvSpPr>
          <p:nvPr>
            <p:ph type="title" hasCustomPrompt="1"/>
          </p:nvPr>
        </p:nvSpPr>
        <p:spPr>
          <a:xfrm>
            <a:off x="0" y="-24384"/>
            <a:ext cx="9372600" cy="5053584"/>
          </a:xfrm>
          <a:noFill/>
        </p:spPr>
        <p:txBody>
          <a:bodyPr/>
          <a:lstStyle/>
          <a:p>
            <a:pPr lvl="0"/>
            <a:r>
              <a:rPr lang="en-US" dirty="0"/>
              <a:t>Click </a:t>
            </a:r>
            <a:r>
              <a:rPr lang="en-US" sz="3600" b="1" dirty="0" err="1">
                <a:solidFill>
                  <a:schemeClr val="tx1"/>
                </a:solidFill>
                <a:latin typeface="+mj-lt"/>
              </a:rPr>
              <a:t>Click</a:t>
            </a:r>
            <a:r>
              <a:rPr lang="en-US" sz="3600" b="1" dirty="0">
                <a:solidFill>
                  <a:schemeClr val="tx1"/>
                </a:solidFill>
                <a:latin typeface="+mj-lt"/>
              </a:rPr>
              <a:t> and type the Course Title</a:t>
            </a:r>
            <a:br>
              <a:rPr lang="en-US" sz="3600" b="1" dirty="0">
                <a:solidFill>
                  <a:schemeClr val="tx1"/>
                </a:solidFill>
                <a:latin typeface="+mj-lt"/>
              </a:rPr>
            </a:br>
            <a:r>
              <a:rPr lang="en-US" sz="3600" b="1" dirty="0">
                <a:solidFill>
                  <a:schemeClr val="tx1"/>
                </a:solidFill>
                <a:latin typeface="+mj-lt"/>
              </a:rPr>
              <a:t>Course Number</a:t>
            </a:r>
            <a:br>
              <a:rPr lang="en-US" sz="3600" b="1" dirty="0">
                <a:solidFill>
                  <a:schemeClr val="tx1"/>
                </a:solidFill>
                <a:latin typeface="+mj-lt"/>
              </a:rPr>
            </a:br>
            <a:r>
              <a:rPr lang="en-US" sz="3600" b="1" dirty="0">
                <a:solidFill>
                  <a:schemeClr val="tx1"/>
                </a:solidFill>
                <a:latin typeface="+mj-lt"/>
              </a:rPr>
              <a:t>Session Title</a:t>
            </a:r>
            <a:br>
              <a:rPr lang="en-US" sz="3600" b="1" dirty="0">
                <a:solidFill>
                  <a:schemeClr val="tx1"/>
                </a:solidFill>
                <a:latin typeface="+mj-lt"/>
              </a:rPr>
            </a:br>
            <a:r>
              <a:rPr lang="en-US" sz="3600" b="1" dirty="0">
                <a:solidFill>
                  <a:schemeClr val="tx1"/>
                </a:solidFill>
                <a:latin typeface="+mj-lt"/>
              </a:rPr>
              <a:t>Instructor Name</a:t>
            </a:r>
          </a:p>
        </p:txBody>
      </p:sp>
    </p:spTree>
    <p:custDataLst>
      <p:tags r:id="rId1"/>
    </p:custDataLst>
    <p:extLst>
      <p:ext uri="{BB962C8B-B14F-4D97-AF65-F5344CB8AC3E}">
        <p14:creationId xmlns:p14="http://schemas.microsoft.com/office/powerpoint/2010/main" val="181937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pic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90600"/>
            <a:ext cx="10972800" cy="51355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4"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07925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2286001"/>
            <a:ext cx="10972800" cy="38401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0476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_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990600"/>
            <a:ext cx="6815667" cy="51355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990600"/>
            <a:ext cx="4011084" cy="5135563"/>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64121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_Content with Caption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2362201"/>
            <a:ext cx="6815667" cy="3763963"/>
          </a:xfrm>
          <a:prstGeom prst="rect">
            <a:avLst/>
          </a:prstGeom>
        </p:spPr>
        <p:txBody>
          <a:bodyPr/>
          <a:lstStyle>
            <a:lvl1pPr>
              <a:defRPr sz="32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2362201"/>
            <a:ext cx="4011084" cy="3763963"/>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00250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_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9144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4" name="Text Placeholder 3"/>
          <p:cNvSpPr>
            <a:spLocks noGrp="1"/>
          </p:cNvSpPr>
          <p:nvPr>
            <p:ph type="body" sz="half" idx="2" hasCustomPrompt="1"/>
          </p:nvPr>
        </p:nvSpPr>
        <p:spPr>
          <a:xfrm>
            <a:off x="711200" y="5367338"/>
            <a:ext cx="10668000" cy="804862"/>
          </a:xfrm>
          <a:prstGeom prst="rect">
            <a:avLst/>
          </a:prstGeom>
        </p:spPr>
        <p:txBody>
          <a:bodyPr>
            <a:normAutofit/>
          </a:bodyPr>
          <a:lstStyle>
            <a:lvl1pPr marL="0" indent="0">
              <a:buNone/>
              <a:defRPr sz="2400" baseline="0">
                <a:solidFill>
                  <a:srgbClr val="E43029"/>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628875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Picture w subtitl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21336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1819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8"/>
          <p:cNvSpPr>
            <a:spLocks noGrp="1"/>
          </p:cNvSpPr>
          <p:nvPr>
            <p:ph type="pic" sz="quarter" idx="14" hasCustomPrompt="1"/>
          </p:nvPr>
        </p:nvSpPr>
        <p:spPr>
          <a:xfrm>
            <a:off x="6299200" y="3505200"/>
            <a:ext cx="5283200" cy="2590800"/>
          </a:xfrm>
          <a:prstGeom prst="rect">
            <a:avLst/>
          </a:prstGeom>
        </p:spPr>
        <p:txBody>
          <a:bodyPr/>
          <a:lstStyle>
            <a:lvl1pPr marL="0" indent="0">
              <a:buNone/>
              <a:defRPr/>
            </a:lvl1pPr>
          </a:lstStyle>
          <a:p>
            <a:r>
              <a:rPr lang="en-US" dirty="0"/>
              <a:t>Click and add picture</a:t>
            </a:r>
          </a:p>
        </p:txBody>
      </p:sp>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58458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09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4" name="Content Placeholder 3"/>
          <p:cNvSpPr>
            <a:spLocks noGrp="1"/>
          </p:cNvSpPr>
          <p:nvPr>
            <p:ph sz="half" idx="2" hasCustomPrompt="1"/>
          </p:nvPr>
        </p:nvSpPr>
        <p:spPr>
          <a:xfrm>
            <a:off x="6197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85765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08000" y="914400"/>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4" name="Content Placeholder 3"/>
          <p:cNvSpPr>
            <a:spLocks noGrp="1"/>
          </p:cNvSpPr>
          <p:nvPr>
            <p:ph sz="half" idx="2" hasCustomPrompt="1"/>
          </p:nvPr>
        </p:nvSpPr>
        <p:spPr>
          <a:xfrm>
            <a:off x="609600" y="1752601"/>
            <a:ext cx="5386917"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97601" y="914400"/>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Content Placeholder 5"/>
          <p:cNvSpPr>
            <a:spLocks noGrp="1"/>
          </p:cNvSpPr>
          <p:nvPr>
            <p:ph sz="quarter" idx="4" hasCustomPrompt="1"/>
          </p:nvPr>
        </p:nvSpPr>
        <p:spPr>
          <a:xfrm>
            <a:off x="6193368" y="1752601"/>
            <a:ext cx="5389033"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7"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77906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773158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27443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p:cNvSpPr/>
          <p:nvPr userDrawn="1"/>
        </p:nvSpPr>
        <p:spPr>
          <a:xfrm>
            <a:off x="0" y="6400800"/>
            <a:ext cx="12192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3" name="Title Placeholder 1"/>
          <p:cNvSpPr>
            <a:spLocks noGrp="1"/>
          </p:cNvSpPr>
          <p:nvPr>
            <p:ph type="title"/>
          </p:nvPr>
        </p:nvSpPr>
        <p:spPr>
          <a:xfrm>
            <a:off x="685800" y="609600"/>
            <a:ext cx="10668000" cy="1411560"/>
          </a:xfrm>
          <a:prstGeom prst="rect">
            <a:avLst/>
          </a:prstGeom>
          <a:noFill/>
        </p:spPr>
        <p:txBody>
          <a:bodyPr vert="horz" lIns="91440" tIns="45720" rIns="91440" bIns="45720" rtlCol="0" anchor="ctr">
            <a:normAutofit/>
          </a:bodyPr>
          <a:lstStyle>
            <a:lvl1pPr>
              <a:defRPr>
                <a:solidFill>
                  <a:srgbClr val="024F6D"/>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25790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discussion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Discussion text</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3" name="Rounded Rectangular Callout 12"/>
          <p:cNvSpPr/>
          <p:nvPr userDrawn="1"/>
        </p:nvSpPr>
        <p:spPr>
          <a:xfrm>
            <a:off x="3009900" y="3273595"/>
            <a:ext cx="8026400" cy="1600200"/>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3009900" y="3133217"/>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3814109" y="3407226"/>
            <a:ext cx="7057092" cy="124097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9"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3100885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example text and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0"/>
            <a:ext cx="11074400" cy="3505200"/>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Case Example text</a:t>
            </a:r>
          </a:p>
        </p:txBody>
      </p:sp>
      <p:sp>
        <p:nvSpPr>
          <p:cNvPr id="13" name="Rounded Rectangular Callout 12"/>
          <p:cNvSpPr/>
          <p:nvPr userDrawn="1"/>
        </p:nvSpPr>
        <p:spPr>
          <a:xfrm>
            <a:off x="609600" y="4572000"/>
            <a:ext cx="8026400" cy="1359578"/>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609600" y="4495801"/>
            <a:ext cx="1016000" cy="830997"/>
          </a:xfrm>
          <a:prstGeom prst="rect">
            <a:avLst/>
          </a:prstGeom>
          <a:noFill/>
        </p:spPr>
        <p:txBody>
          <a:bodyPr wrap="square" rtlCol="0">
            <a:spAutoFit/>
          </a:bodyPr>
          <a:lstStyle/>
          <a:p>
            <a:r>
              <a:rPr lang="en-CA" sz="48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1219201" y="4652664"/>
            <a:ext cx="7251700" cy="1138536"/>
          </a:xfrm>
          <a:prstGeom prst="rect">
            <a:avLst/>
          </a:prstGeom>
        </p:spPr>
        <p:txBody>
          <a:bodyPr>
            <a:normAutofit/>
          </a:bodyPr>
          <a:lstStyle>
            <a:lvl1pPr marL="0" indent="0">
              <a:buNone/>
              <a:defRPr sz="28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1990738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hort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2" name="Rounded Rectangular Callout 11"/>
          <p:cNvSpPr/>
          <p:nvPr userDrawn="1"/>
        </p:nvSpPr>
        <p:spPr>
          <a:xfrm>
            <a:off x="1237129" y="1519536"/>
            <a:ext cx="9144000" cy="2819382"/>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3" name="TextBox 12"/>
          <p:cNvSpPr txBox="1"/>
          <p:nvPr userDrawn="1"/>
        </p:nvSpPr>
        <p:spPr>
          <a:xfrm>
            <a:off x="1320800" y="144780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2032000" y="1696286"/>
            <a:ext cx="8026400" cy="241851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2799599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estion and Response">
    <p:spTree>
      <p:nvGrpSpPr>
        <p:cNvPr id="1" name=""/>
        <p:cNvGrpSpPr/>
        <p:nvPr/>
      </p:nvGrpSpPr>
      <p:grpSpPr>
        <a:xfrm>
          <a:off x="0" y="0"/>
          <a:ext cx="0" cy="0"/>
          <a:chOff x="0" y="0"/>
          <a:chExt cx="0" cy="0"/>
        </a:xfrm>
      </p:grpSpPr>
      <p:sp>
        <p:nvSpPr>
          <p:cNvPr id="11" name="Rounded Rectangular Callout 10"/>
          <p:cNvSpPr/>
          <p:nvPr userDrawn="1"/>
        </p:nvSpPr>
        <p:spPr>
          <a:xfrm>
            <a:off x="505288" y="916594"/>
            <a:ext cx="7825913" cy="2128813"/>
          </a:xfrm>
          <a:prstGeom prst="wedgeRoundRectCallout">
            <a:avLst>
              <a:gd name="adj1" fmla="val -3023"/>
              <a:gd name="adj2" fmla="val 84693"/>
              <a:gd name="adj3" fmla="val 16667"/>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6101" y="3322027"/>
            <a:ext cx="6515100" cy="3228975"/>
          </a:xfrm>
          <a:prstGeom prst="rect">
            <a:avLst/>
          </a:prstGeom>
        </p:spPr>
      </p:pic>
      <p:sp>
        <p:nvSpPr>
          <p:cNvPr id="13" name="TextBox 12"/>
          <p:cNvSpPr txBox="1"/>
          <p:nvPr userDrawn="1"/>
        </p:nvSpPr>
        <p:spPr>
          <a:xfrm>
            <a:off x="609600" y="838201"/>
            <a:ext cx="1016000" cy="646331"/>
          </a:xfrm>
          <a:prstGeom prst="rect">
            <a:avLst/>
          </a:prstGeom>
          <a:noFill/>
        </p:spPr>
        <p:txBody>
          <a:bodyPr wrap="square" rtlCol="0">
            <a:spAutoFit/>
          </a:bodyPr>
          <a:lstStyle/>
          <a:p>
            <a:r>
              <a:rPr lang="en-CA" sz="36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7" name="Rounded Rectangular Callout 16"/>
          <p:cNvSpPr/>
          <p:nvPr userDrawn="1"/>
        </p:nvSpPr>
        <p:spPr>
          <a:xfrm>
            <a:off x="2743201" y="2200669"/>
            <a:ext cx="8872071" cy="2676692"/>
          </a:xfrm>
          <a:prstGeom prst="wedgeRoundRectCallout">
            <a:avLst/>
          </a:prstGeom>
          <a:gradFill>
            <a:gsLst>
              <a:gs pos="0">
                <a:srgbClr val="DFF1CB"/>
              </a:gs>
              <a:gs pos="80000">
                <a:schemeClr val="accent3"/>
              </a:gs>
              <a:gs pos="100000">
                <a:schemeClr val="accent3"/>
              </a:gs>
            </a:gsLst>
          </a:gradFill>
          <a:ln>
            <a:solidFill>
              <a:srgbClr val="698335"/>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5" name="TextBox 14"/>
          <p:cNvSpPr txBox="1"/>
          <p:nvPr userDrawn="1"/>
        </p:nvSpPr>
        <p:spPr>
          <a:xfrm>
            <a:off x="2844800" y="212467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A</a:t>
            </a:r>
          </a:p>
        </p:txBody>
      </p:sp>
      <p:sp>
        <p:nvSpPr>
          <p:cNvPr id="14" name="Text Placeholder 3"/>
          <p:cNvSpPr>
            <a:spLocks noGrp="1"/>
          </p:cNvSpPr>
          <p:nvPr>
            <p:ph type="body" sz="half" idx="14" hasCustomPrompt="1"/>
          </p:nvPr>
        </p:nvSpPr>
        <p:spPr>
          <a:xfrm>
            <a:off x="3588871" y="2438400"/>
            <a:ext cx="7587129" cy="2286000"/>
          </a:xfrm>
          <a:prstGeom prst="rect">
            <a:avLst/>
          </a:prstGeom>
        </p:spPr>
        <p:txBody>
          <a:bodyPr>
            <a:normAutofit/>
          </a:bodyPr>
          <a:lstStyle>
            <a:lvl1pPr marL="0" indent="0">
              <a:buNone/>
              <a:defRPr sz="3200" baseline="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correct response.</a:t>
            </a:r>
          </a:p>
        </p:txBody>
      </p:sp>
      <p:sp>
        <p:nvSpPr>
          <p:cNvPr id="18" name="Text Placeholder 3"/>
          <p:cNvSpPr>
            <a:spLocks noGrp="1"/>
          </p:cNvSpPr>
          <p:nvPr>
            <p:ph type="body" sz="half" idx="2" hasCustomPrompt="1"/>
          </p:nvPr>
        </p:nvSpPr>
        <p:spPr>
          <a:xfrm>
            <a:off x="1105648" y="1004651"/>
            <a:ext cx="7022353" cy="1196019"/>
          </a:xfrm>
          <a:prstGeom prst="rect">
            <a:avLst/>
          </a:prstGeom>
        </p:spPr>
        <p:txBody>
          <a:bodyPr>
            <a:normAutofit/>
          </a:bodyPr>
          <a:lstStyle>
            <a:lvl1pPr marL="0" indent="0">
              <a:buNone/>
              <a:defRPr sz="2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original question text.</a:t>
            </a:r>
          </a:p>
        </p:txBody>
      </p:sp>
      <p:sp>
        <p:nvSpPr>
          <p:cNvPr id="16"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937813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35200" y="1752600"/>
            <a:ext cx="7620000" cy="3921919"/>
          </a:xfrm>
          <a:prstGeom prst="rect">
            <a:avLst/>
          </a:prstGeom>
        </p:spPr>
      </p:pic>
      <p:sp>
        <p:nvSpPr>
          <p:cNvPr id="8" name="Text Placeholder 8"/>
          <p:cNvSpPr txBox="1">
            <a:spLocks/>
          </p:cNvSpPr>
          <p:nvPr userDrawn="1"/>
        </p:nvSpPr>
        <p:spPr>
          <a:xfrm>
            <a:off x="304800" y="76200"/>
            <a:ext cx="11582400" cy="609600"/>
          </a:xfrm>
          <a:prstGeom prst="rect">
            <a:avLst/>
          </a:prstGeom>
        </p:spPr>
        <p:txBody>
          <a:bodyPr>
            <a:noAutofit/>
          </a:bodyPr>
          <a:lstStyle>
            <a:lvl1pPr marL="0" indent="0" algn="ctr" defTabSz="914400" rtl="0" eaLnBrk="1" latinLnBrk="0" hangingPunct="1">
              <a:lnSpc>
                <a:spcPct val="80000"/>
              </a:lnSpc>
              <a:spcBef>
                <a:spcPct val="20000"/>
              </a:spcBef>
              <a:buFont typeface="Arial" pitchFamily="34" charset="0"/>
              <a:buNone/>
              <a:defRPr lang="en-US" sz="3700" b="1" kern="1200" baseline="0" dirty="0">
                <a:solidFill>
                  <a:schemeClr val="tx1">
                    <a:lumMod val="50000"/>
                    <a:lumOff val="50000"/>
                  </a:schemeClr>
                </a:solidFill>
                <a:latin typeface="+mj-lt"/>
                <a:ea typeface="+mn-ea"/>
                <a:cs typeface="Verdana"/>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700" dirty="0">
                <a:solidFill>
                  <a:schemeClr val="bg1"/>
                </a:solidFill>
              </a:rPr>
              <a:t>Break</a:t>
            </a:r>
            <a:endParaRPr lang="en-US" sz="3600" dirty="0">
              <a:solidFill>
                <a:schemeClr val="bg1"/>
              </a:solidFill>
            </a:endParaRPr>
          </a:p>
        </p:txBody>
      </p:sp>
    </p:spTree>
    <p:custDataLst>
      <p:tags r:id="rId1"/>
    </p:custDataLst>
    <p:extLst>
      <p:ext uri="{BB962C8B-B14F-4D97-AF65-F5344CB8AC3E}">
        <p14:creationId xmlns:p14="http://schemas.microsoft.com/office/powerpoint/2010/main" val="1353477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F5941-A94D-4C48-AE4B-0688A7954B21}" type="datetime1">
              <a:rPr lang="en-US" smtClean="0">
                <a:latin typeface="Arial"/>
              </a:rPr>
              <a:t>11/25/2024</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876656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1"/>
          <p:cNvSpPr txBox="1">
            <a:spLocks/>
          </p:cNvSpPr>
          <p:nvPr userDrawn="1"/>
        </p:nvSpPr>
        <p:spPr>
          <a:xfrm>
            <a:off x="394770" y="936056"/>
            <a:ext cx="11402460" cy="5157240"/>
          </a:xfrm>
          <a:prstGeom prst="rect">
            <a:avLst/>
          </a:prstGeom>
          <a:solidFill>
            <a:schemeClr val="bg1">
              <a:alpha val="84000"/>
            </a:schemeClr>
          </a:solidFill>
          <a:ln w="38100" cmpd="sng">
            <a:noFill/>
            <a:prstDash val="solid"/>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1800" b="1" dirty="0"/>
          </a:p>
        </p:txBody>
      </p:sp>
      <p:sp>
        <p:nvSpPr>
          <p:cNvPr id="24" name="Title 1"/>
          <p:cNvSpPr txBox="1">
            <a:spLocks/>
          </p:cNvSpPr>
          <p:nvPr userDrawn="1"/>
        </p:nvSpPr>
        <p:spPr>
          <a:xfrm>
            <a:off x="0" y="6316809"/>
            <a:ext cx="12192000" cy="540000"/>
          </a:xfrm>
          <a:prstGeom prst="rect">
            <a:avLst/>
          </a:prstGeom>
          <a:solidFill>
            <a:srgbClr val="F0F0F0"/>
          </a:solidFill>
          <a:ln w="38100" cmpd="sng">
            <a:noFill/>
            <a:prstDash val="solid"/>
          </a:ln>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3600" b="1" dirty="0"/>
          </a:p>
        </p:txBody>
      </p:sp>
      <p:pic>
        <p:nvPicPr>
          <p:cNvPr id="25" name="Picture 24"/>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310164" y="6453336"/>
            <a:ext cx="3298816" cy="306637"/>
          </a:xfrm>
          <a:prstGeom prst="rect">
            <a:avLst/>
          </a:prstGeom>
        </p:spPr>
      </p:pic>
      <p:sp>
        <p:nvSpPr>
          <p:cNvPr id="26" name="Title Placeholder 1"/>
          <p:cNvSpPr>
            <a:spLocks noGrp="1"/>
          </p:cNvSpPr>
          <p:nvPr>
            <p:ph type="title"/>
          </p:nvPr>
        </p:nvSpPr>
        <p:spPr>
          <a:xfrm>
            <a:off x="0" y="0"/>
            <a:ext cx="12192000" cy="684000"/>
          </a:xfrm>
          <a:prstGeom prst="rect">
            <a:avLst/>
          </a:prstGeom>
          <a:solidFill>
            <a:srgbClr val="F0F0F0"/>
          </a:solidFill>
        </p:spPr>
        <p:txBody>
          <a:bodyPr vert="horz" lIns="91440" tIns="45720" rIns="91440" bIns="45720" rtlCol="0" anchor="ctr">
            <a:normAutofit/>
          </a:bodyPr>
          <a:lstStyle/>
          <a:p>
            <a:r>
              <a:rPr lang="en-US" dirty="0"/>
              <a:t>Click to edit Master title style</a:t>
            </a:r>
            <a:endParaRPr lang="en-CA" dirty="0"/>
          </a:p>
        </p:txBody>
      </p:sp>
      <p:sp>
        <p:nvSpPr>
          <p:cNvPr id="27" name="Text Placeholder 2"/>
          <p:cNvSpPr>
            <a:spLocks noGrp="1"/>
          </p:cNvSpPr>
          <p:nvPr>
            <p:ph type="body" idx="1"/>
          </p:nvPr>
        </p:nvSpPr>
        <p:spPr>
          <a:xfrm>
            <a:off x="609600" y="990600"/>
            <a:ext cx="10972800" cy="5135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30" name="TextBox 29"/>
          <p:cNvSpPr txBox="1"/>
          <p:nvPr userDrawn="1"/>
        </p:nvSpPr>
        <p:spPr>
          <a:xfrm>
            <a:off x="11424592" y="6351711"/>
            <a:ext cx="839416" cy="461665"/>
          </a:xfrm>
          <a:prstGeom prst="rect">
            <a:avLst/>
          </a:prstGeom>
          <a:noFill/>
        </p:spPr>
        <p:txBody>
          <a:bodyPr wrap="square" rtlCol="0">
            <a:spAutoFit/>
          </a:bodyPr>
          <a:lstStyle/>
          <a:p>
            <a:pPr marL="0" marR="0" indent="0" algn="l" defTabSz="914400" rtl="0" eaLnBrk="1" fontAlgn="base" latinLnBrk="0" hangingPunct="1">
              <a:lnSpc>
                <a:spcPct val="100000"/>
              </a:lnSpc>
              <a:spcBef>
                <a:spcPct val="0"/>
              </a:spcBef>
              <a:spcAft>
                <a:spcPct val="0"/>
              </a:spcAft>
              <a:buClrTx/>
              <a:buSzTx/>
              <a:buFontTx/>
              <a:buNone/>
              <a:tabLst/>
              <a:defRPr/>
            </a:pPr>
            <a:fld id="{E7FB1D6B-A3F5-4E70-95BC-32D49588B2FD}" type="slidenum">
              <a:rPr lang="en-US" sz="2400" b="1" smtClean="0">
                <a:solidFill>
                  <a:schemeClr val="tx1">
                    <a:lumMod val="50000"/>
                    <a:lumOff val="50000"/>
                  </a:schemeClr>
                </a:solidFill>
                <a:latin typeface="Calibri" pitchFamily="34" charset="0"/>
                <a:cs typeface="Calibri" pitchFamily="34" charset="0"/>
              </a:rPr>
              <a:pPr marL="0" marR="0" indent="0" algn="l" defTabSz="914400" rtl="0" eaLnBrk="1" fontAlgn="base" latinLnBrk="0" hangingPunct="1">
                <a:lnSpc>
                  <a:spcPct val="100000"/>
                </a:lnSpc>
                <a:spcBef>
                  <a:spcPct val="0"/>
                </a:spcBef>
                <a:spcAft>
                  <a:spcPct val="0"/>
                </a:spcAft>
                <a:buClrTx/>
                <a:buSzTx/>
                <a:buFontTx/>
                <a:buNone/>
                <a:tabLst/>
                <a:defRPr/>
              </a:pPr>
              <a:t>‹#›</a:t>
            </a:fld>
            <a:endParaRPr lang="en-US" sz="2400" b="1" dirty="0">
              <a:solidFill>
                <a:schemeClr val="tx1">
                  <a:lumMod val="50000"/>
                  <a:lumOff val="50000"/>
                </a:schemeClr>
              </a:solidFill>
              <a:latin typeface="Calibri" pitchFamily="34" charset="0"/>
              <a:cs typeface="Calibri" pitchFamily="34" charset="0"/>
            </a:endParaRPr>
          </a:p>
        </p:txBody>
      </p:sp>
      <p:cxnSp>
        <p:nvCxnSpPr>
          <p:cNvPr id="31" name="Straight Connector 30"/>
          <p:cNvCxnSpPr/>
          <p:nvPr userDrawn="1"/>
        </p:nvCxnSpPr>
        <p:spPr>
          <a:xfrm>
            <a:off x="11280576" y="6427886"/>
            <a:ext cx="0" cy="31784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21"/>
    </p:custDataLst>
    <p:extLst>
      <p:ext uri="{BB962C8B-B14F-4D97-AF65-F5344CB8AC3E}">
        <p14:creationId xmlns:p14="http://schemas.microsoft.com/office/powerpoint/2010/main" val="3195656259"/>
      </p:ext>
    </p:extLst>
  </p:cSld>
  <p:clrMap bg1="lt1" tx1="dk1" bg2="lt2" tx2="dk2" accent1="accent1" accent2="accent2" accent3="accent3" accent4="accent4" accent5="accent5" accent6="accent6" hlink="hlink" folHlink="folHlink"/>
  <p:sldLayoutIdLst>
    <p:sldLayoutId id="2147483874" r:id="rId1"/>
    <p:sldLayoutId id="2147483814" r:id="rId2"/>
    <p:sldLayoutId id="2147483857" r:id="rId3"/>
    <p:sldLayoutId id="2147483855" r:id="rId4"/>
    <p:sldLayoutId id="2147483858" r:id="rId5"/>
    <p:sldLayoutId id="2147483856" r:id="rId6"/>
    <p:sldLayoutId id="2147483859" r:id="rId7"/>
    <p:sldLayoutId id="2147483840" r:id="rId8"/>
    <p:sldLayoutId id="2147483815" r:id="rId9"/>
    <p:sldLayoutId id="2147483818" r:id="rId10"/>
    <p:sldLayoutId id="2147483816" r:id="rId11"/>
    <p:sldLayoutId id="2147483876" r:id="rId12"/>
    <p:sldLayoutId id="2147483878" r:id="rId13"/>
    <p:sldLayoutId id="2147483879" r:id="rId14"/>
    <p:sldLayoutId id="2147483880" r:id="rId15"/>
    <p:sldLayoutId id="2147483881" r:id="rId16"/>
    <p:sldLayoutId id="2147483882" r:id="rId17"/>
    <p:sldLayoutId id="2147483883" r:id="rId18"/>
    <p:sldLayoutId id="2147483884" r:id="rId19"/>
  </p:sldLayoutIdLst>
  <p:hf hdr="0" ftr="0" dt="0"/>
  <p:txStyles>
    <p:titleStyle>
      <a:lvl1pPr algn="ctr" defTabSz="914400" rtl="0" eaLnBrk="1" latinLnBrk="0" hangingPunct="1">
        <a:spcBef>
          <a:spcPct val="0"/>
        </a:spcBef>
        <a:buNone/>
        <a:defRPr sz="3600" b="1" kern="1200">
          <a:solidFill>
            <a:schemeClr val="tx1">
              <a:lumMod val="85000"/>
              <a:lumOff val="1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 Security</a:t>
            </a:r>
            <a:br>
              <a:rPr lang="en-US" dirty="0"/>
            </a:br>
            <a:r>
              <a:rPr lang="en-US" dirty="0"/>
              <a:t>CMIS 422</a:t>
            </a:r>
            <a:br>
              <a:rPr lang="en-US" dirty="0"/>
            </a:br>
            <a:r>
              <a:rPr lang="en-CA" dirty="0"/>
              <a:t>Managing Incidents</a:t>
            </a:r>
            <a:br>
              <a:rPr lang="en-US" dirty="0"/>
            </a:br>
            <a:r>
              <a:rPr lang="en-US" dirty="0"/>
              <a:t>Module 11</a:t>
            </a:r>
            <a:br>
              <a:rPr lang="en-US" dirty="0"/>
            </a:br>
            <a:br>
              <a:rPr lang="en-US" dirty="0"/>
            </a:br>
            <a:br>
              <a:rPr lang="en-US" sz="3100" dirty="0"/>
            </a:br>
            <a:r>
              <a:rPr lang="en-US" sz="3100" dirty="0"/>
              <a:t>Mona </a:t>
            </a:r>
            <a:r>
              <a:rPr lang="en-US" sz="3100" dirty="0" err="1"/>
              <a:t>Taghavi</a:t>
            </a:r>
            <a:endParaRPr lang="en-CA" dirty="0"/>
          </a:p>
        </p:txBody>
      </p:sp>
    </p:spTree>
    <p:custDataLst>
      <p:tags r:id="rId1"/>
    </p:custDataLst>
    <p:extLst>
      <p:ext uri="{BB962C8B-B14F-4D97-AF65-F5344CB8AC3E}">
        <p14:creationId xmlns:p14="http://schemas.microsoft.com/office/powerpoint/2010/main" val="208674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Contents of a good security plan</a:t>
            </a:r>
          </a:p>
          <a:p>
            <a:r>
              <a:rPr lang="en-US" dirty="0"/>
              <a:t>Plan for business continuity and responding to incidents</a:t>
            </a:r>
          </a:p>
          <a:p>
            <a:r>
              <a:rPr lang="en-US" dirty="0"/>
              <a:t>The steps and best practices of risk analysis</a:t>
            </a:r>
          </a:p>
        </p:txBody>
      </p:sp>
      <p:sp>
        <p:nvSpPr>
          <p:cNvPr id="2" name="Title 1"/>
          <p:cNvSpPr>
            <a:spLocks noGrp="1"/>
          </p:cNvSpPr>
          <p:nvPr>
            <p:ph type="title"/>
          </p:nvPr>
        </p:nvSpPr>
        <p:spPr/>
        <p:txBody>
          <a:bodyPr/>
          <a:lstStyle/>
          <a:p>
            <a:r>
              <a:rPr lang="en-US" dirty="0"/>
              <a:t>Session Overview</a:t>
            </a:r>
          </a:p>
        </p:txBody>
      </p:sp>
    </p:spTree>
    <p:extLst>
      <p:ext uri="{BB962C8B-B14F-4D97-AF65-F5344CB8AC3E}">
        <p14:creationId xmlns:p14="http://schemas.microsoft.com/office/powerpoint/2010/main" val="422558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596988-2B72-4C21-AC40-6207BB7417A4}"/>
              </a:ext>
            </a:extLst>
          </p:cNvPr>
          <p:cNvSpPr>
            <a:spLocks noGrp="1"/>
          </p:cNvSpPr>
          <p:nvPr>
            <p:ph idx="1"/>
          </p:nvPr>
        </p:nvSpPr>
        <p:spPr/>
        <p:txBody>
          <a:bodyPr/>
          <a:lstStyle/>
          <a:p>
            <a:r>
              <a:rPr lang="en-US" dirty="0"/>
              <a:t>A </a:t>
            </a:r>
            <a:r>
              <a:rPr lang="en-US" b="1" dirty="0"/>
              <a:t>security plan </a:t>
            </a:r>
            <a:r>
              <a:rPr lang="en-US" dirty="0"/>
              <a:t>is a document that describes how an organization will address its security needs.</a:t>
            </a:r>
          </a:p>
          <a:p>
            <a:pPr marL="1201738" lvl="1">
              <a:buFont typeface="Wingdings" panose="05000000000000000000" pitchFamily="2" charset="2"/>
              <a:buChar char="Ø"/>
            </a:pPr>
            <a:r>
              <a:rPr lang="en-US" i="1" dirty="0">
                <a:latin typeface="Arial" charset="0"/>
              </a:rPr>
              <a:t>policy</a:t>
            </a:r>
          </a:p>
          <a:p>
            <a:pPr marL="1201738" lvl="1">
              <a:buFont typeface="Wingdings" panose="05000000000000000000" pitchFamily="2" charset="2"/>
              <a:buChar char="Ø"/>
            </a:pPr>
            <a:r>
              <a:rPr lang="en-US" i="1" dirty="0">
                <a:latin typeface="Arial" charset="0"/>
              </a:rPr>
              <a:t>current state</a:t>
            </a:r>
          </a:p>
          <a:p>
            <a:pPr marL="1201738" lvl="1">
              <a:buFont typeface="Wingdings" panose="05000000000000000000" pitchFamily="2" charset="2"/>
              <a:buChar char="Ø"/>
            </a:pPr>
            <a:r>
              <a:rPr lang="en-US" i="1" dirty="0">
                <a:latin typeface="Arial" charset="0"/>
              </a:rPr>
              <a:t>security requirements</a:t>
            </a:r>
          </a:p>
          <a:p>
            <a:pPr marL="1201738" lvl="1">
              <a:buFont typeface="Wingdings" panose="05000000000000000000" pitchFamily="2" charset="2"/>
              <a:buChar char="Ø"/>
            </a:pPr>
            <a:r>
              <a:rPr lang="en-US" i="1" dirty="0">
                <a:latin typeface="Arial" charset="0"/>
              </a:rPr>
              <a:t>recommended controls</a:t>
            </a:r>
          </a:p>
          <a:p>
            <a:pPr marL="1201738" lvl="1">
              <a:buFont typeface="Wingdings" panose="05000000000000000000" pitchFamily="2" charset="2"/>
              <a:buChar char="Ø"/>
            </a:pPr>
            <a:r>
              <a:rPr lang="en-US" i="1" dirty="0">
                <a:latin typeface="Arial" charset="0"/>
              </a:rPr>
              <a:t>accountability</a:t>
            </a:r>
          </a:p>
          <a:p>
            <a:pPr marL="1201738" lvl="1">
              <a:buFont typeface="Wingdings" panose="05000000000000000000" pitchFamily="2" charset="2"/>
              <a:buChar char="Ø"/>
            </a:pPr>
            <a:r>
              <a:rPr lang="en-US" i="1" dirty="0">
                <a:latin typeface="Arial" charset="0"/>
              </a:rPr>
              <a:t>timetable</a:t>
            </a:r>
          </a:p>
          <a:p>
            <a:pPr marL="1201738" lvl="1">
              <a:buFont typeface="Wingdings" panose="05000000000000000000" pitchFamily="2" charset="2"/>
              <a:buChar char="Ø"/>
            </a:pPr>
            <a:r>
              <a:rPr lang="en-US" i="1" dirty="0">
                <a:latin typeface="Arial" charset="0"/>
              </a:rPr>
              <a:t>maintenance</a:t>
            </a:r>
          </a:p>
          <a:p>
            <a:pPr lvl="1">
              <a:buFont typeface="Wingdings" panose="05000000000000000000" pitchFamily="2" charset="2"/>
              <a:buChar char="Ø"/>
            </a:pPr>
            <a:endParaRPr lang="en-US" i="1" dirty="0">
              <a:latin typeface="Arial" charset="0"/>
            </a:endParaRPr>
          </a:p>
          <a:p>
            <a:pPr lvl="1">
              <a:buFont typeface="Wingdings" panose="05000000000000000000" pitchFamily="2" charset="2"/>
              <a:buChar char="Ø"/>
            </a:pPr>
            <a:endParaRPr lang="en-US" dirty="0"/>
          </a:p>
        </p:txBody>
      </p:sp>
      <p:sp>
        <p:nvSpPr>
          <p:cNvPr id="3" name="Title 2">
            <a:extLst>
              <a:ext uri="{FF2B5EF4-FFF2-40B4-BE49-F238E27FC236}">
                <a16:creationId xmlns:a16="http://schemas.microsoft.com/office/drawing/2014/main" id="{A0A0D41A-1444-4E18-9155-CD77404B8251}"/>
              </a:ext>
            </a:extLst>
          </p:cNvPr>
          <p:cNvSpPr>
            <a:spLocks noGrp="1"/>
          </p:cNvSpPr>
          <p:nvPr>
            <p:ph type="title"/>
          </p:nvPr>
        </p:nvSpPr>
        <p:spPr/>
        <p:txBody>
          <a:bodyPr/>
          <a:lstStyle/>
          <a:p>
            <a:r>
              <a:rPr lang="en-US" dirty="0"/>
              <a:t>Security Plan</a:t>
            </a:r>
          </a:p>
        </p:txBody>
      </p:sp>
    </p:spTree>
    <p:extLst>
      <p:ext uri="{BB962C8B-B14F-4D97-AF65-F5344CB8AC3E}">
        <p14:creationId xmlns:p14="http://schemas.microsoft.com/office/powerpoint/2010/main" val="173910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B5BC7B-0B32-44CD-B482-E13FF20A079F}"/>
              </a:ext>
            </a:extLst>
          </p:cNvPr>
          <p:cNvSpPr>
            <a:spLocks noGrp="1"/>
          </p:cNvSpPr>
          <p:nvPr>
            <p:ph idx="1"/>
          </p:nvPr>
        </p:nvSpPr>
        <p:spPr/>
        <p:txBody>
          <a:bodyPr>
            <a:normAutofit/>
          </a:bodyPr>
          <a:lstStyle/>
          <a:p>
            <a:r>
              <a:rPr lang="en-US" dirty="0"/>
              <a:t>A security policy documents an organization’s security needs and priorities.</a:t>
            </a:r>
          </a:p>
          <a:p>
            <a:r>
              <a:rPr lang="en-US" dirty="0"/>
              <a:t>The policy statement must answer three essential questions about each type of security:</a:t>
            </a:r>
          </a:p>
          <a:p>
            <a:pPr lvl="1"/>
            <a:r>
              <a:rPr lang="en-US" i="1" dirty="0"/>
              <a:t>Who </a:t>
            </a:r>
            <a:r>
              <a:rPr lang="en-US" dirty="0"/>
              <a:t>should be allowed access?</a:t>
            </a:r>
          </a:p>
          <a:p>
            <a:pPr lvl="1"/>
            <a:r>
              <a:rPr lang="en-US" dirty="0"/>
              <a:t>To what system and organizational </a:t>
            </a:r>
            <a:r>
              <a:rPr lang="en-US" i="1" dirty="0"/>
              <a:t>resources </a:t>
            </a:r>
            <a:r>
              <a:rPr lang="en-US" dirty="0"/>
              <a:t>should access be allowed?</a:t>
            </a:r>
          </a:p>
          <a:p>
            <a:pPr lvl="1"/>
            <a:r>
              <a:rPr lang="en-US" dirty="0"/>
              <a:t>What </a:t>
            </a:r>
            <a:r>
              <a:rPr lang="en-US" i="1" dirty="0"/>
              <a:t>types </a:t>
            </a:r>
            <a:r>
              <a:rPr lang="en-US" dirty="0"/>
              <a:t>of access should each user be allowed for each resource</a:t>
            </a:r>
            <a:r>
              <a:rPr lang="en-US" i="1" dirty="0"/>
              <a:t>?</a:t>
            </a:r>
            <a:endParaRPr lang="en-US" dirty="0"/>
          </a:p>
        </p:txBody>
      </p:sp>
      <p:sp>
        <p:nvSpPr>
          <p:cNvPr id="3" name="Title 2">
            <a:extLst>
              <a:ext uri="{FF2B5EF4-FFF2-40B4-BE49-F238E27FC236}">
                <a16:creationId xmlns:a16="http://schemas.microsoft.com/office/drawing/2014/main" id="{287B6861-4F0C-4D15-90C2-5FB5E5DFEC9A}"/>
              </a:ext>
            </a:extLst>
          </p:cNvPr>
          <p:cNvSpPr>
            <a:spLocks noGrp="1"/>
          </p:cNvSpPr>
          <p:nvPr>
            <p:ph type="title"/>
          </p:nvPr>
        </p:nvSpPr>
        <p:spPr/>
        <p:txBody>
          <a:bodyPr/>
          <a:lstStyle/>
          <a:p>
            <a:r>
              <a:rPr lang="en-US" dirty="0"/>
              <a:t>Security Policy</a:t>
            </a:r>
          </a:p>
        </p:txBody>
      </p:sp>
    </p:spTree>
    <p:extLst>
      <p:ext uri="{BB962C8B-B14F-4D97-AF65-F5344CB8AC3E}">
        <p14:creationId xmlns:p14="http://schemas.microsoft.com/office/powerpoint/2010/main" val="910534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4CCB60-2FE0-4CA1-8C5D-8F9979D7E9EB}"/>
              </a:ext>
            </a:extLst>
          </p:cNvPr>
          <p:cNvSpPr>
            <a:spLocks noGrp="1"/>
          </p:cNvSpPr>
          <p:nvPr>
            <p:ph idx="1"/>
          </p:nvPr>
        </p:nvSpPr>
        <p:spPr/>
        <p:txBody>
          <a:bodyPr/>
          <a:lstStyle/>
          <a:p>
            <a:r>
              <a:rPr lang="en-US" dirty="0"/>
              <a:t>The organization can determine the vulnerabilities by performing a </a:t>
            </a:r>
            <a:r>
              <a:rPr lang="en-US" b="1" dirty="0"/>
              <a:t>risk analysis</a:t>
            </a:r>
            <a:r>
              <a:rPr lang="en-US" dirty="0"/>
              <a:t>: a systematic investigation of the system, its environment, and the things that might go wrong.</a:t>
            </a:r>
          </a:p>
          <a:p>
            <a:r>
              <a:rPr lang="en-US" dirty="0"/>
              <a:t>The status portion of the plan also defines the limits of responsibility for security. It describes not only which assets are to be protected but also who is responsible for protecting them and the boundaries of responsibility.</a:t>
            </a:r>
          </a:p>
        </p:txBody>
      </p:sp>
      <p:sp>
        <p:nvSpPr>
          <p:cNvPr id="3" name="Title 2">
            <a:extLst>
              <a:ext uri="{FF2B5EF4-FFF2-40B4-BE49-F238E27FC236}">
                <a16:creationId xmlns:a16="http://schemas.microsoft.com/office/drawing/2014/main" id="{72ABEF1E-7783-4F13-8FD9-7CD994947CB1}"/>
              </a:ext>
            </a:extLst>
          </p:cNvPr>
          <p:cNvSpPr>
            <a:spLocks noGrp="1"/>
          </p:cNvSpPr>
          <p:nvPr>
            <p:ph type="title"/>
          </p:nvPr>
        </p:nvSpPr>
        <p:spPr/>
        <p:txBody>
          <a:bodyPr/>
          <a:lstStyle/>
          <a:p>
            <a:r>
              <a:rPr lang="en-US" dirty="0"/>
              <a:t>Assessment of Current Security Status</a:t>
            </a:r>
          </a:p>
        </p:txBody>
      </p:sp>
    </p:spTree>
    <p:extLst>
      <p:ext uri="{BB962C8B-B14F-4D97-AF65-F5344CB8AC3E}">
        <p14:creationId xmlns:p14="http://schemas.microsoft.com/office/powerpoint/2010/main" val="3689266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683BEC-193C-4DF1-8ECC-B20EA219AD64}"/>
              </a:ext>
            </a:extLst>
          </p:cNvPr>
          <p:cNvSpPr>
            <a:spLocks noGrp="1"/>
          </p:cNvSpPr>
          <p:nvPr>
            <p:ph idx="1"/>
          </p:nvPr>
        </p:nvSpPr>
        <p:spPr/>
        <p:txBody>
          <a:bodyPr/>
          <a:lstStyle/>
          <a:p>
            <a:r>
              <a:rPr lang="en-US" dirty="0"/>
              <a:t>The heart of the security plan is its set of requirements: functional or performance demands placed on a system to ensure a desired level of security.</a:t>
            </a:r>
          </a:p>
          <a:p>
            <a:r>
              <a:rPr lang="en-US" dirty="0"/>
              <a:t>The requirements are usually derived from organizational needs. Sometimes these needs include the need to conform to specific security mandates imposed from outside, such as by a government agency or a commercial standard.</a:t>
            </a:r>
          </a:p>
        </p:txBody>
      </p:sp>
      <p:sp>
        <p:nvSpPr>
          <p:cNvPr id="3" name="Title 2">
            <a:extLst>
              <a:ext uri="{FF2B5EF4-FFF2-40B4-BE49-F238E27FC236}">
                <a16:creationId xmlns:a16="http://schemas.microsoft.com/office/drawing/2014/main" id="{E44F89E1-7581-4A06-B8FC-999358349649}"/>
              </a:ext>
            </a:extLst>
          </p:cNvPr>
          <p:cNvSpPr>
            <a:spLocks noGrp="1"/>
          </p:cNvSpPr>
          <p:nvPr>
            <p:ph type="title"/>
          </p:nvPr>
        </p:nvSpPr>
        <p:spPr/>
        <p:txBody>
          <a:bodyPr/>
          <a:lstStyle/>
          <a:p>
            <a:r>
              <a:rPr lang="en-US" dirty="0"/>
              <a:t>Security Requirements</a:t>
            </a:r>
          </a:p>
        </p:txBody>
      </p:sp>
    </p:spTree>
    <p:extLst>
      <p:ext uri="{BB962C8B-B14F-4D97-AF65-F5344CB8AC3E}">
        <p14:creationId xmlns:p14="http://schemas.microsoft.com/office/powerpoint/2010/main" val="27244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10-01.eps"/>
          <p:cNvPicPr>
            <a:picLocks noGrp="1" noChangeAspect="1"/>
          </p:cNvPicPr>
          <p:nvPr>
            <p:ph idx="1"/>
          </p:nvPr>
        </p:nvPicPr>
        <p:blipFill rotWithShape="1">
          <a:blip r:embed="rId3">
            <a:extLst>
              <a:ext uri="{28A0092B-C50C-407E-A947-70E740481C1C}">
                <a14:useLocalDpi xmlns:a14="http://schemas.microsoft.com/office/drawing/2010/main" val="0"/>
              </a:ext>
            </a:extLst>
          </a:blip>
          <a:srcRect l="-2667" t="-3330" r="-2059" b="-5078"/>
          <a:stretch/>
        </p:blipFill>
        <p:spPr>
          <a:xfrm>
            <a:off x="1823184" y="820117"/>
            <a:ext cx="8545631" cy="5139765"/>
          </a:xfrm>
        </p:spPr>
      </p:pic>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7</a:t>
            </a:fld>
            <a:endParaRPr lang="en-US">
              <a:latin typeface="Arial"/>
            </a:endParaRPr>
          </a:p>
        </p:txBody>
      </p:sp>
      <p:sp>
        <p:nvSpPr>
          <p:cNvPr id="3" name="Footer Placeholder 2"/>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Inputs to the Security Plan</a:t>
            </a:r>
            <a:endParaRPr lang="en-CA" dirty="0"/>
          </a:p>
        </p:txBody>
      </p:sp>
    </p:spTree>
    <p:extLst>
      <p:ext uri="{BB962C8B-B14F-4D97-AF65-F5344CB8AC3E}">
        <p14:creationId xmlns:p14="http://schemas.microsoft.com/office/powerpoint/2010/main" val="760355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95400"/>
            <a:ext cx="10972800" cy="5135563"/>
          </a:xfrm>
        </p:spPr>
        <p:txBody>
          <a:bodyPr>
            <a:normAutofit/>
          </a:bodyPr>
          <a:lstStyle/>
          <a:p>
            <a:pPr marL="0" indent="0">
              <a:buNone/>
            </a:pPr>
            <a:r>
              <a:rPr lang="en-US" sz="2800" dirty="0"/>
              <a:t>A business continuity plan documents how a business will continue to function during or after a computer security incident.</a:t>
            </a:r>
          </a:p>
          <a:p>
            <a:pPr lvl="1">
              <a:buClr>
                <a:srgbClr val="ED1B2F"/>
              </a:buClr>
              <a:buFont typeface="Arial" panose="020B0604020202020204" pitchFamily="34" charset="0"/>
              <a:buChar char="•"/>
            </a:pPr>
            <a:r>
              <a:rPr lang="en-US" dirty="0"/>
              <a:t>An ordinary security plan covers computer security during normal times and deals with protecting against a wide range of vulnerabilities from the usual sources.</a:t>
            </a:r>
          </a:p>
          <a:p>
            <a:pPr marL="0" indent="0">
              <a:buNone/>
            </a:pPr>
            <a:endParaRPr lang="en-US" sz="1000" dirty="0"/>
          </a:p>
          <a:p>
            <a:pPr marL="0" indent="0">
              <a:buNone/>
            </a:pPr>
            <a:r>
              <a:rPr lang="en-US" sz="2800" dirty="0"/>
              <a:t>Addresses situations having two characteristics:</a:t>
            </a:r>
          </a:p>
          <a:p>
            <a:pPr lvl="1">
              <a:buClr>
                <a:srgbClr val="ED1B2F"/>
              </a:buClr>
              <a:buFont typeface="Arial" panose="020B0604020202020204" pitchFamily="34" charset="0"/>
              <a:buChar char="•"/>
            </a:pPr>
            <a:r>
              <a:rPr lang="en-US" sz="2400" i="1" dirty="0"/>
              <a:t>Catastrophic situations,</a:t>
            </a:r>
            <a:r>
              <a:rPr lang="en-US" sz="2400" dirty="0"/>
              <a:t> in which all or a major part of a computing capability is suddenly unavailable</a:t>
            </a:r>
          </a:p>
          <a:p>
            <a:pPr lvl="1">
              <a:buClr>
                <a:srgbClr val="ED1B2F"/>
              </a:buClr>
              <a:buFont typeface="Arial" panose="020B0604020202020204" pitchFamily="34" charset="0"/>
              <a:buChar char="•"/>
            </a:pPr>
            <a:r>
              <a:rPr lang="en-US" sz="2400" i="1" dirty="0"/>
              <a:t>Long duration,</a:t>
            </a:r>
            <a:r>
              <a:rPr lang="en-US" sz="2400" dirty="0"/>
              <a:t> in which the outage is expected to last for so long that business will suffer</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8</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7" name="Title 6"/>
          <p:cNvSpPr>
            <a:spLocks noGrp="1"/>
          </p:cNvSpPr>
          <p:nvPr>
            <p:ph type="title"/>
          </p:nvPr>
        </p:nvSpPr>
        <p:spPr/>
        <p:txBody>
          <a:bodyPr/>
          <a:lstStyle/>
          <a:p>
            <a:r>
              <a:rPr lang="en-US" dirty="0"/>
              <a:t>Business Continuity Planning</a:t>
            </a:r>
            <a:endParaRPr lang="en-CA" dirty="0"/>
          </a:p>
        </p:txBody>
      </p:sp>
    </p:spTree>
    <p:extLst>
      <p:ext uri="{BB962C8B-B14F-4D97-AF65-F5344CB8AC3E}">
        <p14:creationId xmlns:p14="http://schemas.microsoft.com/office/powerpoint/2010/main" val="4155070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a:t>The key to coping with such disasters is advance planning and preparation, identifying activities that will keep a business viable when the computing technology is disabled. </a:t>
            </a:r>
          </a:p>
          <a:p>
            <a:pPr marL="0" indent="0">
              <a:buNone/>
            </a:pPr>
            <a:endParaRPr lang="en-US" dirty="0"/>
          </a:p>
          <a:p>
            <a:pPr marL="0" indent="0">
              <a:buNone/>
            </a:pPr>
            <a:r>
              <a:rPr lang="en-US" dirty="0"/>
              <a:t>The steps in business continuity planning are these:</a:t>
            </a:r>
          </a:p>
          <a:p>
            <a:pPr lvl="1">
              <a:buClr>
                <a:srgbClr val="ED1B2F"/>
              </a:buClr>
              <a:buFont typeface="Arial" panose="020B0604020202020204" pitchFamily="34" charset="0"/>
              <a:buChar char="•"/>
            </a:pPr>
            <a:r>
              <a:rPr lang="en-US" dirty="0"/>
              <a:t>Assess the business impact of a crisis.</a:t>
            </a:r>
          </a:p>
          <a:p>
            <a:pPr lvl="1">
              <a:buClr>
                <a:srgbClr val="ED1B2F"/>
              </a:buClr>
              <a:buFont typeface="Arial" panose="020B0604020202020204" pitchFamily="34" charset="0"/>
              <a:buChar char="•"/>
            </a:pPr>
            <a:r>
              <a:rPr lang="en-US" dirty="0"/>
              <a:t>Develop a strategy to control impact.</a:t>
            </a:r>
          </a:p>
          <a:p>
            <a:pPr lvl="1">
              <a:buClr>
                <a:srgbClr val="ED1B2F"/>
              </a:buClr>
              <a:buFont typeface="Arial" panose="020B0604020202020204" pitchFamily="34" charset="0"/>
              <a:buChar char="•"/>
            </a:pPr>
            <a:r>
              <a:rPr lang="en-US" dirty="0"/>
              <a:t>Develop and implement a plan for the strategy</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9</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7" name="Title 6"/>
          <p:cNvSpPr>
            <a:spLocks noGrp="1"/>
          </p:cNvSpPr>
          <p:nvPr>
            <p:ph type="title"/>
          </p:nvPr>
        </p:nvSpPr>
        <p:spPr/>
        <p:txBody>
          <a:bodyPr/>
          <a:lstStyle/>
          <a:p>
            <a:r>
              <a:rPr lang="en-US" dirty="0"/>
              <a:t>Continuity Planning Activities</a:t>
            </a:r>
            <a:endParaRPr lang="en-CA" dirty="0"/>
          </a:p>
        </p:txBody>
      </p:sp>
    </p:spTree>
    <p:extLst>
      <p:ext uri="{BB962C8B-B14F-4D97-AF65-F5344CB8AC3E}">
        <p14:creationId xmlns:p14="http://schemas.microsoft.com/office/powerpoint/2010/main" val="265406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 security incident response plan tells the staff how to deal with a security incident</a:t>
            </a:r>
          </a:p>
          <a:p>
            <a:r>
              <a:rPr lang="en-US" dirty="0"/>
              <a:t>In contrast to a business continuity plan, the goal of incident response is handling the current security incident without direct regard for the business issues</a:t>
            </a:r>
          </a:p>
          <a:p>
            <a:r>
              <a:rPr lang="en-US" dirty="0"/>
              <a:t>An incident response plan should</a:t>
            </a:r>
          </a:p>
          <a:p>
            <a:pPr lvl="1">
              <a:buClr>
                <a:srgbClr val="ED1B2F"/>
              </a:buClr>
              <a:buFont typeface="Arial" panose="020B0604020202020204" pitchFamily="34" charset="0"/>
              <a:buChar char="•"/>
            </a:pPr>
            <a:r>
              <a:rPr lang="en-US" dirty="0"/>
              <a:t>Define what constitutes an incident</a:t>
            </a:r>
          </a:p>
          <a:p>
            <a:pPr lvl="1">
              <a:buClr>
                <a:srgbClr val="ED1B2F"/>
              </a:buClr>
              <a:buFont typeface="Arial" panose="020B0604020202020204" pitchFamily="34" charset="0"/>
              <a:buChar char="•"/>
            </a:pPr>
            <a:r>
              <a:rPr lang="en-US" dirty="0"/>
              <a:t>Identify who is responsible for taking charge of the situation</a:t>
            </a:r>
          </a:p>
          <a:p>
            <a:pPr lvl="1">
              <a:buClr>
                <a:srgbClr val="ED1B2F"/>
              </a:buClr>
              <a:buFont typeface="Arial" panose="020B0604020202020204" pitchFamily="34" charset="0"/>
              <a:buChar char="•"/>
            </a:pPr>
            <a:r>
              <a:rPr lang="en-US" dirty="0"/>
              <a:t>Describe the plan of action</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10</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Incident Response Plans</a:t>
            </a:r>
            <a:endParaRPr lang="en-CA" dirty="0"/>
          </a:p>
        </p:txBody>
      </p:sp>
    </p:spTree>
    <p:extLst>
      <p:ext uri="{BB962C8B-B14F-4D97-AF65-F5344CB8AC3E}">
        <p14:creationId xmlns:p14="http://schemas.microsoft.com/office/powerpoint/2010/main" val="348448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Many organizations name and maintain a team of people trained and authorized to handle a security incident</a:t>
            </a:r>
          </a:p>
          <a:p>
            <a:endParaRPr lang="en-US" sz="1000" b="1" u="sng" dirty="0"/>
          </a:p>
          <a:p>
            <a:r>
              <a:rPr lang="en-US" b="1" u="sng" dirty="0"/>
              <a:t>Computer Security Incident Response Teams </a:t>
            </a:r>
            <a:r>
              <a:rPr lang="en-US" dirty="0"/>
              <a:t>(CSIRT) or </a:t>
            </a:r>
            <a:r>
              <a:rPr lang="en-US" b="1" u="sng" dirty="0"/>
              <a:t>Computer Emergency Response Teams </a:t>
            </a:r>
            <a:r>
              <a:rPr lang="en-US" dirty="0"/>
              <a:t>(CERTs) are teams trained and authorized to handle security incidents.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11</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CSIRTs</a:t>
            </a:r>
            <a:endParaRPr lang="en-CA" dirty="0"/>
          </a:p>
        </p:txBody>
      </p:sp>
    </p:spTree>
    <p:extLst>
      <p:ext uri="{BB962C8B-B14F-4D97-AF65-F5344CB8AC3E}">
        <p14:creationId xmlns:p14="http://schemas.microsoft.com/office/powerpoint/2010/main" val="2908217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a:t>Responsibilities of a CSIRT include</a:t>
            </a:r>
          </a:p>
          <a:p>
            <a:pPr lvl="1">
              <a:buClr>
                <a:srgbClr val="ED1B2F"/>
              </a:buClr>
              <a:buFont typeface="Arial" panose="020B0604020202020204" pitchFamily="34" charset="0"/>
              <a:buChar char="•"/>
            </a:pPr>
            <a:r>
              <a:rPr lang="en-US" dirty="0"/>
              <a:t>Reporting</a:t>
            </a:r>
          </a:p>
          <a:p>
            <a:pPr lvl="1">
              <a:buClr>
                <a:srgbClr val="ED1B2F"/>
              </a:buClr>
              <a:buFont typeface="Arial" panose="020B0604020202020204" pitchFamily="34" charset="0"/>
              <a:buChar char="•"/>
            </a:pPr>
            <a:r>
              <a:rPr lang="en-US" dirty="0"/>
              <a:t>Detection</a:t>
            </a:r>
          </a:p>
          <a:p>
            <a:pPr lvl="1">
              <a:buClr>
                <a:srgbClr val="ED1B2F"/>
              </a:buClr>
              <a:buFont typeface="Arial" panose="020B0604020202020204" pitchFamily="34" charset="0"/>
              <a:buChar char="•"/>
            </a:pPr>
            <a:r>
              <a:rPr lang="en-US" dirty="0"/>
              <a:t>Triage</a:t>
            </a:r>
          </a:p>
          <a:p>
            <a:pPr lvl="1">
              <a:buClr>
                <a:srgbClr val="ED1B2F"/>
              </a:buClr>
              <a:buFont typeface="Arial" panose="020B0604020202020204" pitchFamily="34" charset="0"/>
              <a:buChar char="•"/>
            </a:pPr>
            <a:r>
              <a:rPr lang="en-US" dirty="0"/>
              <a:t>Response</a:t>
            </a:r>
          </a:p>
          <a:p>
            <a:pPr lvl="1">
              <a:buClr>
                <a:srgbClr val="ED1B2F"/>
              </a:buClr>
              <a:buFont typeface="Arial" panose="020B0604020202020204" pitchFamily="34" charset="0"/>
              <a:buChar char="•"/>
            </a:pPr>
            <a:r>
              <a:rPr lang="en-US" dirty="0"/>
              <a:t>Postmortem</a:t>
            </a:r>
          </a:p>
          <a:p>
            <a:pPr lvl="1">
              <a:buClr>
                <a:srgbClr val="ED1B2F"/>
              </a:buClr>
              <a:buFont typeface="Arial" panose="020B0604020202020204" pitchFamily="34" charset="0"/>
              <a:buChar char="•"/>
            </a:pPr>
            <a:r>
              <a:rPr lang="en-US" dirty="0"/>
              <a:t>Education</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12</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CSIRTs</a:t>
            </a:r>
            <a:endParaRPr lang="en-CA" dirty="0"/>
          </a:p>
        </p:txBody>
      </p:sp>
    </p:spTree>
    <p:extLst>
      <p:ext uri="{BB962C8B-B14F-4D97-AF65-F5344CB8AC3E}">
        <p14:creationId xmlns:p14="http://schemas.microsoft.com/office/powerpoint/2010/main" val="469070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7E97-3317-4CAE-8A0F-B9669A4B6224}"/>
              </a:ext>
            </a:extLst>
          </p:cNvPr>
          <p:cNvSpPr>
            <a:spLocks noGrp="1"/>
          </p:cNvSpPr>
          <p:nvPr>
            <p:ph type="title"/>
          </p:nvPr>
        </p:nvSpPr>
        <p:spPr/>
        <p:txBody>
          <a:bodyPr/>
          <a:lstStyle/>
          <a:p>
            <a:r>
              <a:rPr lang="en-US" dirty="0"/>
              <a:t>Risk Analysis</a:t>
            </a:r>
          </a:p>
        </p:txBody>
      </p:sp>
      <p:sp>
        <p:nvSpPr>
          <p:cNvPr id="3" name="Content Placeholder 2">
            <a:extLst>
              <a:ext uri="{FF2B5EF4-FFF2-40B4-BE49-F238E27FC236}">
                <a16:creationId xmlns:a16="http://schemas.microsoft.com/office/drawing/2014/main" id="{363D7B4B-AC48-41EA-AA92-F99FE1774643}"/>
              </a:ext>
            </a:extLst>
          </p:cNvPr>
          <p:cNvSpPr>
            <a:spLocks noGrp="1"/>
          </p:cNvSpPr>
          <p:nvPr>
            <p:ph idx="1"/>
          </p:nvPr>
        </p:nvSpPr>
        <p:spPr/>
        <p:txBody>
          <a:bodyPr>
            <a:normAutofit/>
          </a:bodyPr>
          <a:lstStyle/>
          <a:p>
            <a:r>
              <a:rPr lang="en-US" b="1" dirty="0"/>
              <a:t>Risk analysis </a:t>
            </a:r>
            <a:r>
              <a:rPr lang="en-US" dirty="0"/>
              <a:t>is an organized process for identifying the most significant risks in a computing environment, determining the impact of those risks, and weighing the desirability of applying various controls against those risks.</a:t>
            </a:r>
          </a:p>
          <a:p>
            <a:r>
              <a:rPr lang="en-US" dirty="0"/>
              <a:t>A </a:t>
            </a:r>
            <a:r>
              <a:rPr lang="en-US" b="1" dirty="0"/>
              <a:t>risk </a:t>
            </a:r>
            <a:r>
              <a:rPr lang="en-US" dirty="0"/>
              <a:t>is a potential problem that the system or its users may experience.</a:t>
            </a:r>
          </a:p>
        </p:txBody>
      </p:sp>
      <p:sp>
        <p:nvSpPr>
          <p:cNvPr id="4" name="Slide Number Placeholder 3">
            <a:extLst>
              <a:ext uri="{FF2B5EF4-FFF2-40B4-BE49-F238E27FC236}">
                <a16:creationId xmlns:a16="http://schemas.microsoft.com/office/drawing/2014/main" id="{53F35F2B-FD01-4951-AF43-F360786F6CFD}"/>
              </a:ext>
            </a:extLst>
          </p:cNvPr>
          <p:cNvSpPr>
            <a:spLocks noGrp="1"/>
          </p:cNvSpPr>
          <p:nvPr>
            <p:ph type="sldNum" sz="quarter" idx="12"/>
          </p:nvPr>
        </p:nvSpPr>
        <p:spPr/>
        <p:txBody>
          <a:bodyPr/>
          <a:lstStyle/>
          <a:p>
            <a:fld id="{5BFA158B-7C94-F543-87DB-41F59EA4FAFA}" type="slidenum">
              <a:rPr lang="en-US" smtClean="0">
                <a:latin typeface="Arial"/>
              </a:rPr>
              <a:pPr/>
              <a:t>13</a:t>
            </a:fld>
            <a:endParaRPr lang="en-US">
              <a:latin typeface="Arial"/>
            </a:endParaRPr>
          </a:p>
        </p:txBody>
      </p:sp>
    </p:spTree>
    <p:extLst>
      <p:ext uri="{BB962C8B-B14F-4D97-AF65-F5344CB8AC3E}">
        <p14:creationId xmlns:p14="http://schemas.microsoft.com/office/powerpoint/2010/main" val="1380817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A78B-953D-4962-93B3-4051D55296B1}"/>
              </a:ext>
            </a:extLst>
          </p:cNvPr>
          <p:cNvSpPr>
            <a:spLocks noGrp="1"/>
          </p:cNvSpPr>
          <p:nvPr>
            <p:ph type="title"/>
          </p:nvPr>
        </p:nvSpPr>
        <p:spPr/>
        <p:txBody>
          <a:bodyPr/>
          <a:lstStyle/>
          <a:p>
            <a:r>
              <a:rPr lang="en-US" dirty="0"/>
              <a:t>Risk Characteristics</a:t>
            </a:r>
          </a:p>
        </p:txBody>
      </p:sp>
      <p:sp>
        <p:nvSpPr>
          <p:cNvPr id="3" name="Content Placeholder 2">
            <a:extLst>
              <a:ext uri="{FF2B5EF4-FFF2-40B4-BE49-F238E27FC236}">
                <a16:creationId xmlns:a16="http://schemas.microsoft.com/office/drawing/2014/main" id="{5BD7D0A8-DB7E-4CF2-9606-BF36C897744F}"/>
              </a:ext>
            </a:extLst>
          </p:cNvPr>
          <p:cNvSpPr>
            <a:spLocks noGrp="1"/>
          </p:cNvSpPr>
          <p:nvPr>
            <p:ph idx="1"/>
          </p:nvPr>
        </p:nvSpPr>
        <p:spPr/>
        <p:txBody>
          <a:bodyPr>
            <a:normAutofit/>
          </a:bodyPr>
          <a:lstStyle/>
          <a:p>
            <a:r>
              <a:rPr lang="en-US" dirty="0"/>
              <a:t>Risk impact</a:t>
            </a:r>
          </a:p>
          <a:p>
            <a:r>
              <a:rPr lang="en-US" dirty="0"/>
              <a:t>Risk likelihood </a:t>
            </a:r>
          </a:p>
          <a:p>
            <a:r>
              <a:rPr lang="en-US" dirty="0"/>
              <a:t>Risk control</a:t>
            </a:r>
          </a:p>
        </p:txBody>
      </p:sp>
      <p:sp>
        <p:nvSpPr>
          <p:cNvPr id="4" name="Slide Number Placeholder 3">
            <a:extLst>
              <a:ext uri="{FF2B5EF4-FFF2-40B4-BE49-F238E27FC236}">
                <a16:creationId xmlns:a16="http://schemas.microsoft.com/office/drawing/2014/main" id="{B44C31E6-0D89-4BAD-B6CF-4510A6DFE4C1}"/>
              </a:ext>
            </a:extLst>
          </p:cNvPr>
          <p:cNvSpPr>
            <a:spLocks noGrp="1"/>
          </p:cNvSpPr>
          <p:nvPr>
            <p:ph type="sldNum" sz="quarter" idx="12"/>
          </p:nvPr>
        </p:nvSpPr>
        <p:spPr/>
        <p:txBody>
          <a:bodyPr/>
          <a:lstStyle/>
          <a:p>
            <a:fld id="{5BFA158B-7C94-F543-87DB-41F59EA4FAFA}" type="slidenum">
              <a:rPr lang="en-US" smtClean="0">
                <a:latin typeface="Arial"/>
              </a:rPr>
              <a:pPr/>
              <a:t>14</a:t>
            </a:fld>
            <a:endParaRPr lang="en-US">
              <a:latin typeface="Arial"/>
            </a:endParaRPr>
          </a:p>
        </p:txBody>
      </p:sp>
    </p:spTree>
    <p:extLst>
      <p:ext uri="{BB962C8B-B14F-4D97-AF65-F5344CB8AC3E}">
        <p14:creationId xmlns:p14="http://schemas.microsoft.com/office/powerpoint/2010/main" val="3932476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BD65-95F5-4796-A483-3731724391AB}"/>
              </a:ext>
            </a:extLst>
          </p:cNvPr>
          <p:cNvSpPr>
            <a:spLocks noGrp="1"/>
          </p:cNvSpPr>
          <p:nvPr>
            <p:ph type="title"/>
          </p:nvPr>
        </p:nvSpPr>
        <p:spPr/>
        <p:txBody>
          <a:bodyPr/>
          <a:lstStyle/>
          <a:p>
            <a:r>
              <a:rPr lang="en-US" dirty="0"/>
              <a:t>Risk Dealing Strategies</a:t>
            </a:r>
          </a:p>
        </p:txBody>
      </p:sp>
      <p:sp>
        <p:nvSpPr>
          <p:cNvPr id="3" name="Content Placeholder 2">
            <a:extLst>
              <a:ext uri="{FF2B5EF4-FFF2-40B4-BE49-F238E27FC236}">
                <a16:creationId xmlns:a16="http://schemas.microsoft.com/office/drawing/2014/main" id="{FF4E11A8-D27F-4E89-96F5-9601B3AEBE92}"/>
              </a:ext>
            </a:extLst>
          </p:cNvPr>
          <p:cNvSpPr>
            <a:spLocks noGrp="1"/>
          </p:cNvSpPr>
          <p:nvPr>
            <p:ph idx="1"/>
          </p:nvPr>
        </p:nvSpPr>
        <p:spPr/>
        <p:txBody>
          <a:bodyPr/>
          <a:lstStyle/>
          <a:p>
            <a:r>
              <a:rPr lang="en-US" dirty="0"/>
              <a:t>Avoid</a:t>
            </a:r>
          </a:p>
          <a:p>
            <a:r>
              <a:rPr lang="en-US" dirty="0"/>
              <a:t>Transfer</a:t>
            </a:r>
          </a:p>
          <a:p>
            <a:r>
              <a:rPr lang="en-US" dirty="0"/>
              <a:t>Assume</a:t>
            </a:r>
          </a:p>
          <a:p>
            <a:endParaRPr lang="en-US" dirty="0"/>
          </a:p>
        </p:txBody>
      </p:sp>
      <p:sp>
        <p:nvSpPr>
          <p:cNvPr id="4" name="Slide Number Placeholder 3">
            <a:extLst>
              <a:ext uri="{FF2B5EF4-FFF2-40B4-BE49-F238E27FC236}">
                <a16:creationId xmlns:a16="http://schemas.microsoft.com/office/drawing/2014/main" id="{FAAD0E99-A09F-408F-90EE-4E36BEC93F4D}"/>
              </a:ext>
            </a:extLst>
          </p:cNvPr>
          <p:cNvSpPr>
            <a:spLocks noGrp="1"/>
          </p:cNvSpPr>
          <p:nvPr>
            <p:ph type="sldNum" sz="quarter" idx="12"/>
          </p:nvPr>
        </p:nvSpPr>
        <p:spPr/>
        <p:txBody>
          <a:bodyPr/>
          <a:lstStyle/>
          <a:p>
            <a:fld id="{5BFA158B-7C94-F543-87DB-41F59EA4FAFA}" type="slidenum">
              <a:rPr lang="en-US" smtClean="0">
                <a:latin typeface="Arial"/>
              </a:rPr>
              <a:pPr/>
              <a:t>15</a:t>
            </a:fld>
            <a:endParaRPr lang="en-US">
              <a:latin typeface="Arial"/>
            </a:endParaRPr>
          </a:p>
        </p:txBody>
      </p:sp>
    </p:spTree>
    <p:extLst>
      <p:ext uri="{BB962C8B-B14F-4D97-AF65-F5344CB8AC3E}">
        <p14:creationId xmlns:p14="http://schemas.microsoft.com/office/powerpoint/2010/main" val="216089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9265E-73EB-49F9-86FE-A0559BD209DD}"/>
              </a:ext>
            </a:extLst>
          </p:cNvPr>
          <p:cNvSpPr>
            <a:spLocks noGrp="1"/>
          </p:cNvSpPr>
          <p:nvPr>
            <p:ph type="title"/>
          </p:nvPr>
        </p:nvSpPr>
        <p:spPr/>
        <p:txBody>
          <a:bodyPr/>
          <a:lstStyle/>
          <a:p>
            <a:r>
              <a:rPr lang="en-US" dirty="0"/>
              <a:t>Risk Analysis</a:t>
            </a:r>
          </a:p>
        </p:txBody>
      </p:sp>
      <p:sp>
        <p:nvSpPr>
          <p:cNvPr id="3" name="Content Placeholder 2">
            <a:extLst>
              <a:ext uri="{FF2B5EF4-FFF2-40B4-BE49-F238E27FC236}">
                <a16:creationId xmlns:a16="http://schemas.microsoft.com/office/drawing/2014/main" id="{585D1B3E-7706-4E80-AF95-4C9128F11B6E}"/>
              </a:ext>
            </a:extLst>
          </p:cNvPr>
          <p:cNvSpPr>
            <a:spLocks noGrp="1"/>
          </p:cNvSpPr>
          <p:nvPr>
            <p:ph idx="1"/>
          </p:nvPr>
        </p:nvSpPr>
        <p:spPr/>
        <p:txBody>
          <a:bodyPr/>
          <a:lstStyle/>
          <a:p>
            <a:r>
              <a:rPr lang="en-US" b="1" dirty="0"/>
              <a:t>Risk  exposure: </a:t>
            </a:r>
            <a:r>
              <a:rPr lang="en-US" dirty="0"/>
              <a:t>quantify the effects of a risk by multiplying the risk impact by the risk probability.</a:t>
            </a:r>
          </a:p>
          <a:p>
            <a:r>
              <a:rPr lang="en-US" dirty="0"/>
              <a:t>Risk leverage is the amount of benefit per unit spent:</a:t>
            </a:r>
          </a:p>
          <a:p>
            <a:endParaRPr lang="en-US" b="1" dirty="0"/>
          </a:p>
          <a:p>
            <a:endParaRPr lang="en-US" dirty="0"/>
          </a:p>
          <a:p>
            <a:endParaRPr lang="en-US" dirty="0"/>
          </a:p>
          <a:p>
            <a:r>
              <a:rPr lang="en-US" dirty="0"/>
              <a:t>Risk analysis is the process of examining a system and its operational context to determine possible exposures and the potential harm they can cause.</a:t>
            </a:r>
          </a:p>
        </p:txBody>
      </p:sp>
      <p:sp>
        <p:nvSpPr>
          <p:cNvPr id="4" name="Slide Number Placeholder 3">
            <a:extLst>
              <a:ext uri="{FF2B5EF4-FFF2-40B4-BE49-F238E27FC236}">
                <a16:creationId xmlns:a16="http://schemas.microsoft.com/office/drawing/2014/main" id="{2359570C-0BB6-46C6-9DE8-9B5D05F5387B}"/>
              </a:ext>
            </a:extLst>
          </p:cNvPr>
          <p:cNvSpPr>
            <a:spLocks noGrp="1"/>
          </p:cNvSpPr>
          <p:nvPr>
            <p:ph type="sldNum" sz="quarter" idx="12"/>
          </p:nvPr>
        </p:nvSpPr>
        <p:spPr/>
        <p:txBody>
          <a:bodyPr/>
          <a:lstStyle/>
          <a:p>
            <a:fld id="{5BFA158B-7C94-F543-87DB-41F59EA4FAFA}" type="slidenum">
              <a:rPr lang="en-US" smtClean="0">
                <a:latin typeface="Arial"/>
              </a:rPr>
              <a:pPr/>
              <a:t>16</a:t>
            </a:fld>
            <a:endParaRPr lang="en-US">
              <a:latin typeface="Arial"/>
            </a:endParaRPr>
          </a:p>
        </p:txBody>
      </p:sp>
      <p:pic>
        <p:nvPicPr>
          <p:cNvPr id="5" name="Picture 4">
            <a:extLst>
              <a:ext uri="{FF2B5EF4-FFF2-40B4-BE49-F238E27FC236}">
                <a16:creationId xmlns:a16="http://schemas.microsoft.com/office/drawing/2014/main" id="{BF7F592D-1B78-4789-9686-E086103C43EF}"/>
              </a:ext>
            </a:extLst>
          </p:cNvPr>
          <p:cNvPicPr>
            <a:picLocks noChangeAspect="1"/>
          </p:cNvPicPr>
          <p:nvPr/>
        </p:nvPicPr>
        <p:blipFill>
          <a:blip r:embed="rId3"/>
          <a:stretch>
            <a:fillRect/>
          </a:stretch>
        </p:blipFill>
        <p:spPr>
          <a:xfrm>
            <a:off x="1371600" y="2895600"/>
            <a:ext cx="7962900" cy="876300"/>
          </a:xfrm>
          <a:prstGeom prst="rect">
            <a:avLst/>
          </a:prstGeom>
        </p:spPr>
      </p:pic>
    </p:spTree>
    <p:extLst>
      <p:ext uri="{BB962C8B-B14F-4D97-AF65-F5344CB8AC3E}">
        <p14:creationId xmlns:p14="http://schemas.microsoft.com/office/powerpoint/2010/main" val="2283542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9B589-256C-45DA-8434-8DB26FA271C4}"/>
              </a:ext>
            </a:extLst>
          </p:cNvPr>
          <p:cNvSpPr>
            <a:spLocks noGrp="1"/>
          </p:cNvSpPr>
          <p:nvPr>
            <p:ph type="title"/>
          </p:nvPr>
        </p:nvSpPr>
        <p:spPr/>
        <p:txBody>
          <a:bodyPr/>
          <a:lstStyle/>
          <a:p>
            <a:r>
              <a:rPr lang="en-US" dirty="0"/>
              <a:t>Steps of a Risk Analysis</a:t>
            </a:r>
          </a:p>
        </p:txBody>
      </p:sp>
      <p:sp>
        <p:nvSpPr>
          <p:cNvPr id="3" name="Content Placeholder 2">
            <a:extLst>
              <a:ext uri="{FF2B5EF4-FFF2-40B4-BE49-F238E27FC236}">
                <a16:creationId xmlns:a16="http://schemas.microsoft.com/office/drawing/2014/main" id="{DCCEC5E0-D24A-470F-A265-21F6861D5A70}"/>
              </a:ext>
            </a:extLst>
          </p:cNvPr>
          <p:cNvSpPr>
            <a:spLocks noGrp="1"/>
          </p:cNvSpPr>
          <p:nvPr>
            <p:ph idx="1"/>
          </p:nvPr>
        </p:nvSpPr>
        <p:spPr/>
        <p:txBody>
          <a:bodyPr/>
          <a:lstStyle/>
          <a:p>
            <a:pPr marL="0" indent="0">
              <a:buNone/>
            </a:pPr>
            <a:r>
              <a:rPr lang="en-US" b="1" dirty="0"/>
              <a:t>1. </a:t>
            </a:r>
            <a:r>
              <a:rPr lang="en-US" dirty="0"/>
              <a:t>Identify assets.</a:t>
            </a:r>
          </a:p>
          <a:p>
            <a:pPr marL="0" indent="0">
              <a:buNone/>
            </a:pPr>
            <a:r>
              <a:rPr lang="en-US" b="1" dirty="0"/>
              <a:t>2. </a:t>
            </a:r>
            <a:r>
              <a:rPr lang="en-US" dirty="0"/>
              <a:t>Determine vulnerabilities.</a:t>
            </a:r>
          </a:p>
          <a:p>
            <a:pPr marL="0" indent="0">
              <a:buNone/>
            </a:pPr>
            <a:r>
              <a:rPr lang="en-US" b="1" dirty="0"/>
              <a:t>3. </a:t>
            </a:r>
            <a:r>
              <a:rPr lang="en-US" dirty="0"/>
              <a:t>Estimate likelihood of exploitation.</a:t>
            </a:r>
          </a:p>
          <a:p>
            <a:pPr marL="0" indent="0">
              <a:buNone/>
            </a:pPr>
            <a:r>
              <a:rPr lang="en-US" b="1" dirty="0"/>
              <a:t>4. </a:t>
            </a:r>
            <a:r>
              <a:rPr lang="en-US" dirty="0"/>
              <a:t>Compute expected annual loss.</a:t>
            </a:r>
          </a:p>
          <a:p>
            <a:pPr marL="0" indent="0">
              <a:buNone/>
            </a:pPr>
            <a:r>
              <a:rPr lang="en-US" b="1" dirty="0"/>
              <a:t>5. </a:t>
            </a:r>
            <a:r>
              <a:rPr lang="en-US" dirty="0"/>
              <a:t>Survey applicable controls and their costs.</a:t>
            </a:r>
          </a:p>
          <a:p>
            <a:pPr marL="0" indent="0">
              <a:buNone/>
            </a:pPr>
            <a:r>
              <a:rPr lang="en-US" b="1" dirty="0"/>
              <a:t>6. </a:t>
            </a:r>
            <a:r>
              <a:rPr lang="en-US" dirty="0"/>
              <a:t>Project annual savings of control.</a:t>
            </a:r>
          </a:p>
        </p:txBody>
      </p:sp>
      <p:sp>
        <p:nvSpPr>
          <p:cNvPr id="4" name="Slide Number Placeholder 3">
            <a:extLst>
              <a:ext uri="{FF2B5EF4-FFF2-40B4-BE49-F238E27FC236}">
                <a16:creationId xmlns:a16="http://schemas.microsoft.com/office/drawing/2014/main" id="{C955B10C-8697-4ABE-B2E9-C80F31AF62E2}"/>
              </a:ext>
            </a:extLst>
          </p:cNvPr>
          <p:cNvSpPr>
            <a:spLocks noGrp="1"/>
          </p:cNvSpPr>
          <p:nvPr>
            <p:ph type="sldNum" sz="quarter" idx="12"/>
          </p:nvPr>
        </p:nvSpPr>
        <p:spPr/>
        <p:txBody>
          <a:bodyPr/>
          <a:lstStyle/>
          <a:p>
            <a:fld id="{5BFA158B-7C94-F543-87DB-41F59EA4FAFA}" type="slidenum">
              <a:rPr lang="en-US" smtClean="0">
                <a:latin typeface="Arial"/>
              </a:rPr>
              <a:pPr/>
              <a:t>17</a:t>
            </a:fld>
            <a:endParaRPr lang="en-US">
              <a:latin typeface="Arial"/>
            </a:endParaRPr>
          </a:p>
        </p:txBody>
      </p:sp>
    </p:spTree>
    <p:extLst>
      <p:ext uri="{BB962C8B-B14F-4D97-AF65-F5344CB8AC3E}">
        <p14:creationId xmlns:p14="http://schemas.microsoft.com/office/powerpoint/2010/main" val="2816527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557D1-E05E-47F4-BFEC-D76AE76A60D6}"/>
              </a:ext>
            </a:extLst>
          </p:cNvPr>
          <p:cNvSpPr>
            <a:spLocks noGrp="1"/>
          </p:cNvSpPr>
          <p:nvPr>
            <p:ph type="title"/>
          </p:nvPr>
        </p:nvSpPr>
        <p:spPr/>
        <p:txBody>
          <a:bodyPr/>
          <a:lstStyle/>
          <a:p>
            <a:r>
              <a:rPr lang="en-US" dirty="0"/>
              <a:t>Step 1: Identify Assets</a:t>
            </a:r>
          </a:p>
        </p:txBody>
      </p:sp>
      <p:sp>
        <p:nvSpPr>
          <p:cNvPr id="3" name="Content Placeholder 2">
            <a:extLst>
              <a:ext uri="{FF2B5EF4-FFF2-40B4-BE49-F238E27FC236}">
                <a16:creationId xmlns:a16="http://schemas.microsoft.com/office/drawing/2014/main" id="{58C2709E-E003-4EC2-A437-EE7F32219184}"/>
              </a:ext>
            </a:extLst>
          </p:cNvPr>
          <p:cNvSpPr>
            <a:spLocks noGrp="1"/>
          </p:cNvSpPr>
          <p:nvPr>
            <p:ph idx="1"/>
          </p:nvPr>
        </p:nvSpPr>
        <p:spPr/>
        <p:txBody>
          <a:bodyPr/>
          <a:lstStyle/>
          <a:p>
            <a:r>
              <a:rPr lang="en-US" i="1" dirty="0">
                <a:latin typeface="Arial" charset="0"/>
              </a:rPr>
              <a:t>Hardware</a:t>
            </a:r>
          </a:p>
          <a:p>
            <a:r>
              <a:rPr lang="en-US" i="1" dirty="0">
                <a:latin typeface="Arial" charset="0"/>
              </a:rPr>
              <a:t>Software</a:t>
            </a:r>
          </a:p>
          <a:p>
            <a:r>
              <a:rPr lang="en-US" i="1" dirty="0">
                <a:latin typeface="Arial" charset="0"/>
              </a:rPr>
              <a:t>Data</a:t>
            </a:r>
          </a:p>
          <a:p>
            <a:r>
              <a:rPr lang="en-US" i="1" dirty="0">
                <a:latin typeface="Arial" charset="0"/>
              </a:rPr>
              <a:t>What else?</a:t>
            </a:r>
          </a:p>
          <a:p>
            <a:endParaRPr lang="en-US" dirty="0"/>
          </a:p>
        </p:txBody>
      </p:sp>
      <p:sp>
        <p:nvSpPr>
          <p:cNvPr id="4" name="Slide Number Placeholder 3">
            <a:extLst>
              <a:ext uri="{FF2B5EF4-FFF2-40B4-BE49-F238E27FC236}">
                <a16:creationId xmlns:a16="http://schemas.microsoft.com/office/drawing/2014/main" id="{8E72BA16-DAA0-4F79-A222-A159E620815F}"/>
              </a:ext>
            </a:extLst>
          </p:cNvPr>
          <p:cNvSpPr>
            <a:spLocks noGrp="1"/>
          </p:cNvSpPr>
          <p:nvPr>
            <p:ph type="sldNum" sz="quarter" idx="12"/>
          </p:nvPr>
        </p:nvSpPr>
        <p:spPr/>
        <p:txBody>
          <a:bodyPr/>
          <a:lstStyle/>
          <a:p>
            <a:fld id="{5BFA158B-7C94-F543-87DB-41F59EA4FAFA}" type="slidenum">
              <a:rPr lang="en-US" smtClean="0">
                <a:latin typeface="Arial"/>
              </a:rPr>
              <a:pPr/>
              <a:t>18</a:t>
            </a:fld>
            <a:endParaRPr lang="en-US">
              <a:latin typeface="Arial"/>
            </a:endParaRPr>
          </a:p>
        </p:txBody>
      </p:sp>
    </p:spTree>
    <p:extLst>
      <p:ext uri="{BB962C8B-B14F-4D97-AF65-F5344CB8AC3E}">
        <p14:creationId xmlns:p14="http://schemas.microsoft.com/office/powerpoint/2010/main" val="3428142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D8DB-D496-498A-9BD7-A33E17668EDD}"/>
              </a:ext>
            </a:extLst>
          </p:cNvPr>
          <p:cNvSpPr>
            <a:spLocks noGrp="1"/>
          </p:cNvSpPr>
          <p:nvPr>
            <p:ph type="title"/>
          </p:nvPr>
        </p:nvSpPr>
        <p:spPr/>
        <p:txBody>
          <a:bodyPr/>
          <a:lstStyle/>
          <a:p>
            <a:r>
              <a:rPr lang="en-US" dirty="0"/>
              <a:t>Step 2: Determine Vulnerabilities</a:t>
            </a:r>
          </a:p>
        </p:txBody>
      </p:sp>
      <p:pic>
        <p:nvPicPr>
          <p:cNvPr id="5" name="Content Placeholder 4">
            <a:extLst>
              <a:ext uri="{FF2B5EF4-FFF2-40B4-BE49-F238E27FC236}">
                <a16:creationId xmlns:a16="http://schemas.microsoft.com/office/drawing/2014/main" id="{1F3ECF06-784C-42A6-AB86-BB222161D9F5}"/>
              </a:ext>
            </a:extLst>
          </p:cNvPr>
          <p:cNvPicPr>
            <a:picLocks noGrp="1" noChangeAspect="1"/>
          </p:cNvPicPr>
          <p:nvPr>
            <p:ph idx="1"/>
          </p:nvPr>
        </p:nvPicPr>
        <p:blipFill>
          <a:blip r:embed="rId2"/>
          <a:stretch>
            <a:fillRect/>
          </a:stretch>
        </p:blipFill>
        <p:spPr>
          <a:xfrm>
            <a:off x="1795462" y="1172369"/>
            <a:ext cx="8601075" cy="4772025"/>
          </a:xfrm>
          <a:prstGeom prst="rect">
            <a:avLst/>
          </a:prstGeom>
        </p:spPr>
      </p:pic>
      <p:sp>
        <p:nvSpPr>
          <p:cNvPr id="4" name="Slide Number Placeholder 3">
            <a:extLst>
              <a:ext uri="{FF2B5EF4-FFF2-40B4-BE49-F238E27FC236}">
                <a16:creationId xmlns:a16="http://schemas.microsoft.com/office/drawing/2014/main" id="{5752C86F-9F6B-4F46-9E88-CC7969B6C3ED}"/>
              </a:ext>
            </a:extLst>
          </p:cNvPr>
          <p:cNvSpPr>
            <a:spLocks noGrp="1"/>
          </p:cNvSpPr>
          <p:nvPr>
            <p:ph type="sldNum" sz="quarter" idx="12"/>
          </p:nvPr>
        </p:nvSpPr>
        <p:spPr/>
        <p:txBody>
          <a:bodyPr/>
          <a:lstStyle/>
          <a:p>
            <a:fld id="{5BFA158B-7C94-F543-87DB-41F59EA4FAFA}" type="slidenum">
              <a:rPr lang="en-US" smtClean="0">
                <a:latin typeface="Arial"/>
              </a:rPr>
              <a:pPr/>
              <a:t>19</a:t>
            </a:fld>
            <a:endParaRPr lang="en-US">
              <a:latin typeface="Arial"/>
            </a:endParaRPr>
          </a:p>
        </p:txBody>
      </p:sp>
    </p:spTree>
    <p:extLst>
      <p:ext uri="{BB962C8B-B14F-4D97-AF65-F5344CB8AC3E}">
        <p14:creationId xmlns:p14="http://schemas.microsoft.com/office/powerpoint/2010/main" val="2540738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D8DB-D496-498A-9BD7-A33E17668EDD}"/>
              </a:ext>
            </a:extLst>
          </p:cNvPr>
          <p:cNvSpPr>
            <a:spLocks noGrp="1"/>
          </p:cNvSpPr>
          <p:nvPr>
            <p:ph type="title"/>
          </p:nvPr>
        </p:nvSpPr>
        <p:spPr/>
        <p:txBody>
          <a:bodyPr/>
          <a:lstStyle/>
          <a:p>
            <a:r>
              <a:rPr lang="en-US" dirty="0"/>
              <a:t>Step 2: Determine Vulnerabilities</a:t>
            </a:r>
          </a:p>
        </p:txBody>
      </p:sp>
      <p:sp>
        <p:nvSpPr>
          <p:cNvPr id="4" name="Slide Number Placeholder 3">
            <a:extLst>
              <a:ext uri="{FF2B5EF4-FFF2-40B4-BE49-F238E27FC236}">
                <a16:creationId xmlns:a16="http://schemas.microsoft.com/office/drawing/2014/main" id="{5752C86F-9F6B-4F46-9E88-CC7969B6C3ED}"/>
              </a:ext>
            </a:extLst>
          </p:cNvPr>
          <p:cNvSpPr>
            <a:spLocks noGrp="1"/>
          </p:cNvSpPr>
          <p:nvPr>
            <p:ph type="sldNum" sz="quarter" idx="12"/>
          </p:nvPr>
        </p:nvSpPr>
        <p:spPr/>
        <p:txBody>
          <a:bodyPr/>
          <a:lstStyle/>
          <a:p>
            <a:fld id="{5BFA158B-7C94-F543-87DB-41F59EA4FAFA}" type="slidenum">
              <a:rPr lang="en-US" smtClean="0">
                <a:latin typeface="Arial"/>
              </a:rPr>
              <a:pPr/>
              <a:t>20</a:t>
            </a:fld>
            <a:endParaRPr lang="en-US">
              <a:latin typeface="Arial"/>
            </a:endParaRPr>
          </a:p>
        </p:txBody>
      </p:sp>
      <p:sp>
        <p:nvSpPr>
          <p:cNvPr id="6" name="Content Placeholder 5">
            <a:extLst>
              <a:ext uri="{FF2B5EF4-FFF2-40B4-BE49-F238E27FC236}">
                <a16:creationId xmlns:a16="http://schemas.microsoft.com/office/drawing/2014/main" id="{835575E0-06CD-4E40-B326-86243C7E8A0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19248523-61E0-400C-935E-AE34E213DD34}"/>
              </a:ext>
            </a:extLst>
          </p:cNvPr>
          <p:cNvPicPr>
            <a:picLocks noChangeAspect="1"/>
          </p:cNvPicPr>
          <p:nvPr/>
        </p:nvPicPr>
        <p:blipFill>
          <a:blip r:embed="rId2"/>
          <a:stretch>
            <a:fillRect/>
          </a:stretch>
        </p:blipFill>
        <p:spPr>
          <a:xfrm>
            <a:off x="3733800" y="827652"/>
            <a:ext cx="4470277" cy="5202696"/>
          </a:xfrm>
          <a:prstGeom prst="rect">
            <a:avLst/>
          </a:prstGeom>
        </p:spPr>
      </p:pic>
    </p:spTree>
    <p:extLst>
      <p:ext uri="{BB962C8B-B14F-4D97-AF65-F5344CB8AC3E}">
        <p14:creationId xmlns:p14="http://schemas.microsoft.com/office/powerpoint/2010/main" val="660504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49A5D-1DC4-403E-838B-6930814C26F8}"/>
              </a:ext>
            </a:extLst>
          </p:cNvPr>
          <p:cNvSpPr>
            <a:spLocks noGrp="1"/>
          </p:cNvSpPr>
          <p:nvPr>
            <p:ph type="title"/>
          </p:nvPr>
        </p:nvSpPr>
        <p:spPr/>
        <p:txBody>
          <a:bodyPr/>
          <a:lstStyle/>
          <a:p>
            <a:r>
              <a:rPr lang="en-US" dirty="0"/>
              <a:t>Step 3: Estimate Likelihood of Exploitation</a:t>
            </a:r>
          </a:p>
        </p:txBody>
      </p:sp>
      <p:sp>
        <p:nvSpPr>
          <p:cNvPr id="3" name="Content Placeholder 2">
            <a:extLst>
              <a:ext uri="{FF2B5EF4-FFF2-40B4-BE49-F238E27FC236}">
                <a16:creationId xmlns:a16="http://schemas.microsoft.com/office/drawing/2014/main" id="{B9E370FF-4777-43AA-841E-80118DC1D942}"/>
              </a:ext>
            </a:extLst>
          </p:cNvPr>
          <p:cNvSpPr>
            <a:spLocks noGrp="1"/>
          </p:cNvSpPr>
          <p:nvPr>
            <p:ph idx="1"/>
          </p:nvPr>
        </p:nvSpPr>
        <p:spPr>
          <a:xfrm>
            <a:off x="609600" y="990600"/>
            <a:ext cx="7391400" cy="5135563"/>
          </a:xfrm>
        </p:spPr>
        <p:txBody>
          <a:bodyPr/>
          <a:lstStyle/>
          <a:p>
            <a:r>
              <a:rPr lang="en-US" dirty="0"/>
              <a:t>Determining how often each exposure is likely to be exploited.</a:t>
            </a:r>
          </a:p>
          <a:p>
            <a:endParaRPr lang="en-US" dirty="0"/>
          </a:p>
          <a:p>
            <a:r>
              <a:rPr lang="en-US" b="1" dirty="0"/>
              <a:t>Quantitative  risk analysis</a:t>
            </a:r>
            <a:r>
              <a:rPr lang="en-US" dirty="0"/>
              <a:t>: meaning that numbers can be assigned to various risks. Some people prefer so-called </a:t>
            </a:r>
          </a:p>
          <a:p>
            <a:r>
              <a:rPr lang="en-US" b="1" dirty="0"/>
              <a:t>Qualitative risk analysis: </a:t>
            </a:r>
            <a:r>
              <a:rPr lang="en-US" dirty="0"/>
              <a:t>descriptive adjectives are used to rate risks</a:t>
            </a:r>
          </a:p>
        </p:txBody>
      </p:sp>
      <p:sp>
        <p:nvSpPr>
          <p:cNvPr id="4" name="Slide Number Placeholder 3">
            <a:extLst>
              <a:ext uri="{FF2B5EF4-FFF2-40B4-BE49-F238E27FC236}">
                <a16:creationId xmlns:a16="http://schemas.microsoft.com/office/drawing/2014/main" id="{7210CA98-AF79-4461-A2BC-0E95B10E7A0A}"/>
              </a:ext>
            </a:extLst>
          </p:cNvPr>
          <p:cNvSpPr>
            <a:spLocks noGrp="1"/>
          </p:cNvSpPr>
          <p:nvPr>
            <p:ph type="sldNum" sz="quarter" idx="12"/>
          </p:nvPr>
        </p:nvSpPr>
        <p:spPr/>
        <p:txBody>
          <a:bodyPr/>
          <a:lstStyle/>
          <a:p>
            <a:fld id="{5BFA158B-7C94-F543-87DB-41F59EA4FAFA}" type="slidenum">
              <a:rPr lang="en-US" smtClean="0">
                <a:latin typeface="Arial"/>
              </a:rPr>
              <a:pPr/>
              <a:t>21</a:t>
            </a:fld>
            <a:endParaRPr lang="en-US">
              <a:latin typeface="Arial"/>
            </a:endParaRPr>
          </a:p>
        </p:txBody>
      </p:sp>
      <p:pic>
        <p:nvPicPr>
          <p:cNvPr id="5" name="Picture 4">
            <a:extLst>
              <a:ext uri="{FF2B5EF4-FFF2-40B4-BE49-F238E27FC236}">
                <a16:creationId xmlns:a16="http://schemas.microsoft.com/office/drawing/2014/main" id="{B9ADBF85-5AB3-4CFC-B0C8-3B1E1E9B273E}"/>
              </a:ext>
            </a:extLst>
          </p:cNvPr>
          <p:cNvPicPr>
            <a:picLocks noChangeAspect="1"/>
          </p:cNvPicPr>
          <p:nvPr/>
        </p:nvPicPr>
        <p:blipFill>
          <a:blip r:embed="rId3"/>
          <a:stretch>
            <a:fillRect/>
          </a:stretch>
        </p:blipFill>
        <p:spPr>
          <a:xfrm>
            <a:off x="7924800" y="1600200"/>
            <a:ext cx="3450757" cy="4343400"/>
          </a:xfrm>
          <a:prstGeom prst="rect">
            <a:avLst/>
          </a:prstGeom>
        </p:spPr>
      </p:pic>
    </p:spTree>
    <p:extLst>
      <p:ext uri="{BB962C8B-B14F-4D97-AF65-F5344CB8AC3E}">
        <p14:creationId xmlns:p14="http://schemas.microsoft.com/office/powerpoint/2010/main" val="1196064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DA20-EF76-4D87-924C-F1AC4137497D}"/>
              </a:ext>
            </a:extLst>
          </p:cNvPr>
          <p:cNvSpPr>
            <a:spLocks noGrp="1"/>
          </p:cNvSpPr>
          <p:nvPr>
            <p:ph type="title"/>
          </p:nvPr>
        </p:nvSpPr>
        <p:spPr/>
        <p:txBody>
          <a:bodyPr/>
          <a:lstStyle/>
          <a:p>
            <a:r>
              <a:rPr lang="en-US" dirty="0"/>
              <a:t>Step 4: Compute Expected Loss</a:t>
            </a:r>
          </a:p>
        </p:txBody>
      </p:sp>
      <p:sp>
        <p:nvSpPr>
          <p:cNvPr id="3" name="Content Placeholder 2">
            <a:extLst>
              <a:ext uri="{FF2B5EF4-FFF2-40B4-BE49-F238E27FC236}">
                <a16:creationId xmlns:a16="http://schemas.microsoft.com/office/drawing/2014/main" id="{7905A81C-4613-4D3A-B58A-A85F0D12BF7F}"/>
              </a:ext>
            </a:extLst>
          </p:cNvPr>
          <p:cNvSpPr>
            <a:spLocks noGrp="1"/>
          </p:cNvSpPr>
          <p:nvPr>
            <p:ph idx="1"/>
          </p:nvPr>
        </p:nvSpPr>
        <p:spPr/>
        <p:txBody>
          <a:bodyPr/>
          <a:lstStyle/>
          <a:p>
            <a:r>
              <a:rPr lang="en-US" dirty="0"/>
              <a:t>We must determine the likely loss if the exploitation does indeed occur. Some costs, such as the cost to replace a hardware item, are easy to obtain. However, we must take care to include hidden costs in our calculations.</a:t>
            </a:r>
          </a:p>
        </p:txBody>
      </p:sp>
      <p:sp>
        <p:nvSpPr>
          <p:cNvPr id="4" name="Slide Number Placeholder 3">
            <a:extLst>
              <a:ext uri="{FF2B5EF4-FFF2-40B4-BE49-F238E27FC236}">
                <a16:creationId xmlns:a16="http://schemas.microsoft.com/office/drawing/2014/main" id="{EE99237F-15FB-4F70-95AE-FC0B407A0CC1}"/>
              </a:ext>
            </a:extLst>
          </p:cNvPr>
          <p:cNvSpPr>
            <a:spLocks noGrp="1"/>
          </p:cNvSpPr>
          <p:nvPr>
            <p:ph type="sldNum" sz="quarter" idx="12"/>
          </p:nvPr>
        </p:nvSpPr>
        <p:spPr/>
        <p:txBody>
          <a:bodyPr/>
          <a:lstStyle/>
          <a:p>
            <a:fld id="{5BFA158B-7C94-F543-87DB-41F59EA4FAFA}" type="slidenum">
              <a:rPr lang="en-US" smtClean="0">
                <a:latin typeface="Arial"/>
              </a:rPr>
              <a:pPr/>
              <a:t>22</a:t>
            </a:fld>
            <a:endParaRPr lang="en-US">
              <a:latin typeface="Arial"/>
            </a:endParaRPr>
          </a:p>
        </p:txBody>
      </p:sp>
    </p:spTree>
    <p:extLst>
      <p:ext uri="{BB962C8B-B14F-4D97-AF65-F5344CB8AC3E}">
        <p14:creationId xmlns:p14="http://schemas.microsoft.com/office/powerpoint/2010/main" val="4186066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D529-1AF5-4FA6-AE6C-CF55BF210290}"/>
              </a:ext>
            </a:extLst>
          </p:cNvPr>
          <p:cNvSpPr>
            <a:spLocks noGrp="1"/>
          </p:cNvSpPr>
          <p:nvPr>
            <p:ph type="title"/>
          </p:nvPr>
        </p:nvSpPr>
        <p:spPr/>
        <p:txBody>
          <a:bodyPr/>
          <a:lstStyle/>
          <a:p>
            <a:r>
              <a:rPr lang="en-US" dirty="0"/>
              <a:t>Step 5: Survey and Select New Controls</a:t>
            </a:r>
          </a:p>
        </p:txBody>
      </p:sp>
      <p:sp>
        <p:nvSpPr>
          <p:cNvPr id="3" name="Content Placeholder 2">
            <a:extLst>
              <a:ext uri="{FF2B5EF4-FFF2-40B4-BE49-F238E27FC236}">
                <a16:creationId xmlns:a16="http://schemas.microsoft.com/office/drawing/2014/main" id="{663D3CF0-65E9-4174-90C1-484BF4DC9907}"/>
              </a:ext>
            </a:extLst>
          </p:cNvPr>
          <p:cNvSpPr>
            <a:spLocks noGrp="1"/>
          </p:cNvSpPr>
          <p:nvPr>
            <p:ph idx="1"/>
          </p:nvPr>
        </p:nvSpPr>
        <p:spPr/>
        <p:txBody>
          <a:bodyPr>
            <a:normAutofit/>
          </a:bodyPr>
          <a:lstStyle/>
          <a:p>
            <a:r>
              <a:rPr lang="en-US" dirty="0"/>
              <a:t>We want to match each vulnerability with at least one appropriate security technique. Once we do that, we can use our expected loss estimates to help us decide which controls, alone or in concert, are the most cost effective for a given situation.</a:t>
            </a:r>
          </a:p>
        </p:txBody>
      </p:sp>
      <p:sp>
        <p:nvSpPr>
          <p:cNvPr id="4" name="Slide Number Placeholder 3">
            <a:extLst>
              <a:ext uri="{FF2B5EF4-FFF2-40B4-BE49-F238E27FC236}">
                <a16:creationId xmlns:a16="http://schemas.microsoft.com/office/drawing/2014/main" id="{3B47E04B-36AD-4DC1-ACF5-FF4B9C3016D0}"/>
              </a:ext>
            </a:extLst>
          </p:cNvPr>
          <p:cNvSpPr>
            <a:spLocks noGrp="1"/>
          </p:cNvSpPr>
          <p:nvPr>
            <p:ph type="sldNum" sz="quarter" idx="12"/>
          </p:nvPr>
        </p:nvSpPr>
        <p:spPr/>
        <p:txBody>
          <a:bodyPr/>
          <a:lstStyle/>
          <a:p>
            <a:fld id="{5BFA158B-7C94-F543-87DB-41F59EA4FAFA}" type="slidenum">
              <a:rPr lang="en-US" smtClean="0">
                <a:latin typeface="Arial"/>
              </a:rPr>
              <a:pPr/>
              <a:t>23</a:t>
            </a:fld>
            <a:endParaRPr lang="en-US">
              <a:latin typeface="Arial"/>
            </a:endParaRPr>
          </a:p>
        </p:txBody>
      </p:sp>
    </p:spTree>
    <p:extLst>
      <p:ext uri="{BB962C8B-B14F-4D97-AF65-F5344CB8AC3E}">
        <p14:creationId xmlns:p14="http://schemas.microsoft.com/office/powerpoint/2010/main" val="447566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F54D-D082-4AAC-8B42-9BAB2FBC0AF9}"/>
              </a:ext>
            </a:extLst>
          </p:cNvPr>
          <p:cNvSpPr>
            <a:spLocks noGrp="1"/>
          </p:cNvSpPr>
          <p:nvPr>
            <p:ph type="title"/>
          </p:nvPr>
        </p:nvSpPr>
        <p:spPr/>
        <p:txBody>
          <a:bodyPr/>
          <a:lstStyle/>
          <a:p>
            <a:r>
              <a:rPr lang="en-US" dirty="0"/>
              <a:t>Step 6: Project Costs and Savings</a:t>
            </a:r>
          </a:p>
        </p:txBody>
      </p:sp>
      <p:sp>
        <p:nvSpPr>
          <p:cNvPr id="3" name="Content Placeholder 2">
            <a:extLst>
              <a:ext uri="{FF2B5EF4-FFF2-40B4-BE49-F238E27FC236}">
                <a16:creationId xmlns:a16="http://schemas.microsoft.com/office/drawing/2014/main" id="{5035177C-AB71-4635-B9EF-33D9C7ABC4B1}"/>
              </a:ext>
            </a:extLst>
          </p:cNvPr>
          <p:cNvSpPr>
            <a:spLocks noGrp="1"/>
          </p:cNvSpPr>
          <p:nvPr>
            <p:ph idx="1"/>
          </p:nvPr>
        </p:nvSpPr>
        <p:spPr/>
        <p:txBody>
          <a:bodyPr/>
          <a:lstStyle/>
          <a:p>
            <a:r>
              <a:rPr lang="en-US" dirty="0"/>
              <a:t>to determine whether the costs outweigh the benefits of preventing or mitigating the risks.</a:t>
            </a:r>
          </a:p>
          <a:p>
            <a:r>
              <a:rPr lang="en-US" dirty="0"/>
              <a:t>The effective cost of a given control is the actual cost of the control (such as purchase price, installation costs, and training costs) minus any expected savings from using the control (such as administrative or maintenance costs</a:t>
            </a:r>
          </a:p>
        </p:txBody>
      </p:sp>
      <p:sp>
        <p:nvSpPr>
          <p:cNvPr id="4" name="Slide Number Placeholder 3">
            <a:extLst>
              <a:ext uri="{FF2B5EF4-FFF2-40B4-BE49-F238E27FC236}">
                <a16:creationId xmlns:a16="http://schemas.microsoft.com/office/drawing/2014/main" id="{1BE06009-944A-491B-90CB-F100D3EB2329}"/>
              </a:ext>
            </a:extLst>
          </p:cNvPr>
          <p:cNvSpPr>
            <a:spLocks noGrp="1"/>
          </p:cNvSpPr>
          <p:nvPr>
            <p:ph type="sldNum" sz="quarter" idx="12"/>
          </p:nvPr>
        </p:nvSpPr>
        <p:spPr/>
        <p:txBody>
          <a:bodyPr/>
          <a:lstStyle/>
          <a:p>
            <a:fld id="{5BFA158B-7C94-F543-87DB-41F59EA4FAFA}" type="slidenum">
              <a:rPr lang="en-US" smtClean="0">
                <a:latin typeface="Arial"/>
              </a:rPr>
              <a:pPr/>
              <a:t>24</a:t>
            </a:fld>
            <a:endParaRPr lang="en-US">
              <a:latin typeface="Arial"/>
            </a:endParaRPr>
          </a:p>
        </p:txBody>
      </p:sp>
    </p:spTree>
    <p:extLst>
      <p:ext uri="{BB962C8B-B14F-4D97-AF65-F5344CB8AC3E}">
        <p14:creationId xmlns:p14="http://schemas.microsoft.com/office/powerpoint/2010/main" val="2163230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F54D-D082-4AAC-8B42-9BAB2FBC0AF9}"/>
              </a:ext>
            </a:extLst>
          </p:cNvPr>
          <p:cNvSpPr>
            <a:spLocks noGrp="1"/>
          </p:cNvSpPr>
          <p:nvPr>
            <p:ph type="title"/>
          </p:nvPr>
        </p:nvSpPr>
        <p:spPr/>
        <p:txBody>
          <a:bodyPr/>
          <a:lstStyle/>
          <a:p>
            <a:r>
              <a:rPr lang="en-US" dirty="0"/>
              <a:t>Step 6: Project Costs and Savings</a:t>
            </a:r>
          </a:p>
        </p:txBody>
      </p:sp>
      <p:pic>
        <p:nvPicPr>
          <p:cNvPr id="5" name="Content Placeholder 4">
            <a:extLst>
              <a:ext uri="{FF2B5EF4-FFF2-40B4-BE49-F238E27FC236}">
                <a16:creationId xmlns:a16="http://schemas.microsoft.com/office/drawing/2014/main" id="{B933EE9E-3AC1-4A26-9792-81BF57132EE4}"/>
              </a:ext>
            </a:extLst>
          </p:cNvPr>
          <p:cNvPicPr>
            <a:picLocks noGrp="1" noChangeAspect="1"/>
          </p:cNvPicPr>
          <p:nvPr>
            <p:ph idx="1"/>
          </p:nvPr>
        </p:nvPicPr>
        <p:blipFill>
          <a:blip r:embed="rId3"/>
          <a:stretch>
            <a:fillRect/>
          </a:stretch>
        </p:blipFill>
        <p:spPr>
          <a:xfrm>
            <a:off x="638175" y="1200944"/>
            <a:ext cx="10915650" cy="4714875"/>
          </a:xfrm>
          <a:prstGeom prst="rect">
            <a:avLst/>
          </a:prstGeom>
        </p:spPr>
      </p:pic>
      <p:sp>
        <p:nvSpPr>
          <p:cNvPr id="4" name="Slide Number Placeholder 3">
            <a:extLst>
              <a:ext uri="{FF2B5EF4-FFF2-40B4-BE49-F238E27FC236}">
                <a16:creationId xmlns:a16="http://schemas.microsoft.com/office/drawing/2014/main" id="{1BE06009-944A-491B-90CB-F100D3EB2329}"/>
              </a:ext>
            </a:extLst>
          </p:cNvPr>
          <p:cNvSpPr>
            <a:spLocks noGrp="1"/>
          </p:cNvSpPr>
          <p:nvPr>
            <p:ph type="sldNum" sz="quarter" idx="12"/>
          </p:nvPr>
        </p:nvSpPr>
        <p:spPr/>
        <p:txBody>
          <a:bodyPr/>
          <a:lstStyle/>
          <a:p>
            <a:fld id="{5BFA158B-7C94-F543-87DB-41F59EA4FAFA}" type="slidenum">
              <a:rPr lang="en-US" smtClean="0">
                <a:latin typeface="Arial"/>
              </a:rPr>
              <a:pPr/>
              <a:t>25</a:t>
            </a:fld>
            <a:endParaRPr lang="en-US">
              <a:latin typeface="Arial"/>
            </a:endParaRPr>
          </a:p>
        </p:txBody>
      </p:sp>
    </p:spTree>
    <p:extLst>
      <p:ext uri="{BB962C8B-B14F-4D97-AF65-F5344CB8AC3E}">
        <p14:creationId xmlns:p14="http://schemas.microsoft.com/office/powerpoint/2010/main" val="3067156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Examples</a:t>
            </a:r>
          </a:p>
          <a:p>
            <a:pPr lvl="1">
              <a:buFont typeface="Arial" panose="020B0604020202020204" pitchFamily="34" charset="0"/>
              <a:buChar char="•"/>
            </a:pPr>
            <a:r>
              <a:rPr lang="en-US" dirty="0"/>
              <a:t>Flood</a:t>
            </a:r>
          </a:p>
          <a:p>
            <a:pPr lvl="1">
              <a:buFont typeface="Arial" panose="020B0604020202020204" pitchFamily="34" charset="0"/>
              <a:buChar char="•"/>
            </a:pPr>
            <a:r>
              <a:rPr lang="en-US" dirty="0"/>
              <a:t>Fire</a:t>
            </a:r>
          </a:p>
          <a:p>
            <a:pPr lvl="1">
              <a:buFont typeface="Arial" panose="020B0604020202020204" pitchFamily="34" charset="0"/>
              <a:buChar char="•"/>
            </a:pPr>
            <a:r>
              <a:rPr lang="en-US" dirty="0"/>
              <a:t>Earthquake</a:t>
            </a:r>
          </a:p>
          <a:p>
            <a:endParaRPr lang="en-US" b="1" dirty="0"/>
          </a:p>
          <a:p>
            <a:r>
              <a:rPr lang="en-US" b="1" dirty="0"/>
              <a:t>Natural disasters can neither be predicted nor prevented; that does not excuse failing to prepare for them.</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26</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Natural Disasters</a:t>
            </a:r>
            <a:endParaRPr lang="en-CA" dirty="0"/>
          </a:p>
        </p:txBody>
      </p:sp>
    </p:spTree>
    <p:extLst>
      <p:ext uri="{BB962C8B-B14F-4D97-AF65-F5344CB8AC3E}">
        <p14:creationId xmlns:p14="http://schemas.microsoft.com/office/powerpoint/2010/main" val="38477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66800"/>
            <a:ext cx="10972800" cy="5059363"/>
          </a:xfrm>
        </p:spPr>
        <p:txBody>
          <a:bodyPr/>
          <a:lstStyle/>
          <a:p>
            <a:pPr marL="0" indent="0">
              <a:buNone/>
            </a:pPr>
            <a:r>
              <a:rPr lang="en-US" dirty="0"/>
              <a:t>Mitigations</a:t>
            </a:r>
          </a:p>
          <a:p>
            <a:pPr lvl="1">
              <a:buClr>
                <a:srgbClr val="ED1B2F"/>
              </a:buClr>
              <a:buFont typeface="Arial" panose="020B0604020202020204" pitchFamily="34" charset="0"/>
              <a:buChar char="•"/>
            </a:pPr>
            <a:r>
              <a:rPr lang="en-US" dirty="0"/>
              <a:t>Develop contingency plans so that people know how to react in emergencies and business can continue</a:t>
            </a:r>
          </a:p>
          <a:p>
            <a:pPr lvl="1">
              <a:buClr>
                <a:srgbClr val="ED1B2F"/>
              </a:buClr>
              <a:buFont typeface="Arial" panose="020B0604020202020204" pitchFamily="34" charset="0"/>
              <a:buChar char="•"/>
            </a:pPr>
            <a:r>
              <a:rPr lang="en-US" dirty="0"/>
              <a:t>Insure physical assets—computers, buildings, devices, supplies—against harm</a:t>
            </a:r>
          </a:p>
          <a:p>
            <a:pPr lvl="1">
              <a:buClr>
                <a:srgbClr val="ED1B2F"/>
              </a:buClr>
              <a:buFont typeface="Arial" panose="020B0604020202020204" pitchFamily="34" charset="0"/>
              <a:buChar char="•"/>
            </a:pPr>
            <a:r>
              <a:rPr lang="en-US" dirty="0"/>
              <a:t>Preserve sensitive data by maintaining copies in physically separated locations</a:t>
            </a:r>
          </a:p>
          <a:p>
            <a:pPr lvl="1">
              <a:buClr>
                <a:srgbClr val="ED1B2F"/>
              </a:buClr>
              <a:buFont typeface="Arial" panose="020B0604020202020204" pitchFamily="34" charset="0"/>
              <a:buChar char="•"/>
            </a:pPr>
            <a:r>
              <a:rPr lang="en-US" dirty="0"/>
              <a:t>Prevent power loss using uninterruptable power supplies and surge suppressors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27</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Natural Disasters</a:t>
            </a:r>
            <a:endParaRPr lang="en-CA" dirty="0"/>
          </a:p>
        </p:txBody>
      </p:sp>
    </p:spTree>
    <p:extLst>
      <p:ext uri="{BB962C8B-B14F-4D97-AF65-F5344CB8AC3E}">
        <p14:creationId xmlns:p14="http://schemas.microsoft.com/office/powerpoint/2010/main" val="1502576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600" dirty="0"/>
              <a:t>Failover</a:t>
            </a:r>
          </a:p>
          <a:p>
            <a:pPr lvl="1">
              <a:buFont typeface="Arial" panose="020B0604020202020204" pitchFamily="34" charset="0"/>
              <a:buChar char="•"/>
            </a:pPr>
            <a:r>
              <a:rPr lang="en-US" sz="3200" dirty="0"/>
              <a:t>Depending on the nature of the computation, it may be important to be able to quickly recover from a crisis and resume computation.</a:t>
            </a:r>
          </a:p>
          <a:p>
            <a:pPr marL="457200" lvl="1" indent="0">
              <a:buNone/>
            </a:pPr>
            <a:endParaRPr lang="en-US" sz="1000" dirty="0"/>
          </a:p>
          <a:p>
            <a:pPr lvl="2"/>
            <a:r>
              <a:rPr lang="en-US" dirty="0"/>
              <a:t>Cold site</a:t>
            </a:r>
          </a:p>
          <a:p>
            <a:pPr lvl="3"/>
            <a:r>
              <a:rPr lang="en-US" dirty="0"/>
              <a:t>A </a:t>
            </a:r>
            <a:r>
              <a:rPr lang="en-US" b="1" dirty="0"/>
              <a:t>cold site </a:t>
            </a:r>
            <a:r>
              <a:rPr lang="en-US" dirty="0"/>
              <a:t>or </a:t>
            </a:r>
            <a:r>
              <a:rPr lang="en-US" b="1" dirty="0"/>
              <a:t>shell </a:t>
            </a:r>
            <a:r>
              <a:rPr lang="en-US" dirty="0"/>
              <a:t>is a facility with power and cooling available, in which a computing system can be installed to begin immediate operation.</a:t>
            </a:r>
            <a:endParaRPr lang="en-US" sz="4800" dirty="0"/>
          </a:p>
          <a:p>
            <a:pPr lvl="2"/>
            <a:r>
              <a:rPr lang="en-US" dirty="0"/>
              <a:t>Hot site</a:t>
            </a:r>
          </a:p>
          <a:p>
            <a:pPr lvl="3"/>
            <a:r>
              <a:rPr lang="en-US" dirty="0"/>
              <a:t>A hot site is a computer facility with an installed and ready-to-run computing system.</a:t>
            </a:r>
            <a:endParaRPr lang="en-US" sz="4600"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28</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7" name="Title 6"/>
          <p:cNvSpPr>
            <a:spLocks noGrp="1"/>
          </p:cNvSpPr>
          <p:nvPr>
            <p:ph type="title"/>
          </p:nvPr>
        </p:nvSpPr>
        <p:spPr/>
        <p:txBody>
          <a:bodyPr/>
          <a:lstStyle/>
          <a:p>
            <a:r>
              <a:rPr lang="en-US" dirty="0"/>
              <a:t>Contingency Planning</a:t>
            </a:r>
            <a:endParaRPr lang="en-CA" dirty="0"/>
          </a:p>
        </p:txBody>
      </p:sp>
    </p:spTree>
    <p:extLst>
      <p:ext uri="{BB962C8B-B14F-4D97-AF65-F5344CB8AC3E}">
        <p14:creationId xmlns:p14="http://schemas.microsoft.com/office/powerpoint/2010/main" val="246100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A security plan is both an official record of current security practices and a blueprint for orderly change to improve those practices</a:t>
            </a:r>
          </a:p>
          <a:p>
            <a:r>
              <a:rPr lang="en-US" dirty="0"/>
              <a:t>Business contingency and incident response planning help establish an orderly, carefully considered response to emergencies and other security incidents</a:t>
            </a:r>
          </a:p>
          <a:p>
            <a:r>
              <a:rPr lang="en-US" dirty="0"/>
              <a:t>Risk analysis is a complex and imperfect process but forces an organization to carefully consider important assets, vulnerabilities, risks, and control options</a:t>
            </a:r>
          </a:p>
          <a:p>
            <a:r>
              <a:rPr lang="en-US" dirty="0"/>
              <a:t>Prepare for disasters by contingency planning, insuring assets, backing up data, and deploying failover sites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29</a:t>
            </a:fld>
            <a:endParaRPr lang="en-US">
              <a:latin typeface="Arial"/>
            </a:endParaRPr>
          </a:p>
        </p:txBody>
      </p:sp>
      <p:sp>
        <p:nvSpPr>
          <p:cNvPr id="5" name="Footer Placeholder 4"/>
          <p:cNvSpPr>
            <a:spLocks noGrp="1"/>
          </p:cNvSpPr>
          <p:nvPr>
            <p:ph type="ftr" sz="quarter" idx="11"/>
          </p:nvPr>
        </p:nvSpPr>
        <p:spPr/>
        <p:txBody>
          <a:bodyPr/>
          <a:lstStyle/>
          <a:p>
            <a:endParaRPr lang="en-US" dirty="0"/>
          </a:p>
        </p:txBody>
      </p:sp>
      <p:sp>
        <p:nvSpPr>
          <p:cNvPr id="6" name="Title 5"/>
          <p:cNvSpPr>
            <a:spLocks noGrp="1"/>
          </p:cNvSpPr>
          <p:nvPr>
            <p:ph type="title"/>
          </p:nvPr>
        </p:nvSpPr>
        <p:spPr/>
        <p:txBody>
          <a:bodyPr/>
          <a:lstStyle/>
          <a:p>
            <a:r>
              <a:rPr lang="en-US" dirty="0"/>
              <a:t>Session Summary</a:t>
            </a:r>
            <a:endParaRPr lang="en-CA" dirty="0"/>
          </a:p>
        </p:txBody>
      </p:sp>
    </p:spTree>
    <p:extLst>
      <p:ext uri="{BB962C8B-B14F-4D97-AF65-F5344CB8AC3E}">
        <p14:creationId xmlns:p14="http://schemas.microsoft.com/office/powerpoint/2010/main" val="41012934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THEME_BG_IMAGE"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DQoJCTx1aXNob3cgbmFtZT0iYWx3YXlzU2NydW5jaCIgdmFsdWU9ImZhbHNlIi8+DQoJCTx1aXNob3cgbmFtZT0iaW5pdGlhbGRpc3BsYXltb2RlaXNub3JtYWwiIHZhbHVlPSJ0cnVlIi8+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Ub24gY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DQoJCTwhLS0gc3Vic3RpdHV0aW9uOiAlbiA9PSBzbGlkZSBudW1iZXIgLS0+DQoJCTwhLS0gc3Vic3RpdHV0aW9uOiAldCA9PSB0b3RhbCBzbGlkZSBjb3VudCAtLT4NCgkJPHVpdGV4dCBuYW1lPSJTQ1JVQkJBUlNUQVRVU19TTElERUlORk8iIHZhbHVlPSLjgrnjg6njgqTjg4kgOiAlbiAvICV0IHwgIi8+DQoJCTx1aXRleHQgbmFtZT0iU0NSVUJCQVJTVEFUVVNfU1RPUFBFRCIgdmFsdWU9IuWBnOatoiIvPg0KCQk8dWl0ZXh0IG5hbWU9IlNDUlVCQkFSU1RBVFVTX1BMQVlJTkciIHZhbHVlPSLlho3nlJ/kuK0iLz4NCgkJPHVpdGV4dCBuYW1lPSJTQ1JVQkJBUlNUQVRVU19OT0FVRElPIiB2YWx1ZT0i6Z+z5aOw44Gq44GXIi8+DQoJCTx1aXRleHQgbmFtZT0iU0NSVUJCQVJTVEFUVVNfVklEUExBWUlORyIgdmFsdWU9IuODk+ODh+OCquWGjeeUn+S4rSIvPg0KCQk8dWl0ZXh0IG5hbWU9IlNDUlVCQkFSU1RBVFVTX0xPQURJTkciIHZhbHVlPSLjg63jg7zjg4nkuK0iLz4NCgkJPHVpdGV4dCBuYW1lPSJTQ1JVQkJBUlNUQVRVU19CVUZGRVJJTkciIHZhbHVlPSLjg5Djg4Pjg5XjgqHkuK0iLz4NCgkJPHVpdGV4dCBuYW1lPSJTQ1JVQkJBUlNUQVRVU19RVUVTVElPTiIgdmFsdWU9IuizquWVj+OBq+etlOOBiOOBpuS4i+OBleOBhCIvPg0KCQk8dWl0ZXh0IG5hbWU9IlNDUlVCQkFSU1RBVFVTX1JFVklFV1FVSVoiIHZhbHVlPSLjgq/jgqTjgrrjgpLjg6zjg5Pjg6Xjg7zjgZfjgabjgYTjgb7jgZkiLz4NCgkJPCEtLSBzdWJzdGl0dXRpb246ICVtID09IG1pbnV0ZXMgcmVtYWluaW5nIC0tPg0KCQk8IS0tIHN1YnN0aXR1dGlvbjogJXMgPT0gc2Vjb25kcyByZW1haW5pbmcgLS0+DQoJCTx1aXRleHQgbmFtZT0iRUxBUFNFRCIgdmFsdWU9Iuaui+OCiiA6ICVtIOWIhiAlcyDnp5IiLz4NCgkJPHVpdGV4dCBuYW1lPSJOT1RGT1VORCIgdmFsdWU9IuS9leOCguimi+OBpOOBi+OCiuOBvuOBm+OCkyIvPg0KCQk8dWl0ZXh0IG5hbWU9IkFUVEFDSE1FTlRTIiB2YWx1ZT0i5re75LuYIi8+DQoJCTwhLS0gc3Vic3RpdHV0aW9uOiAlcCA9PSBjdXJyZW50IHNwZWFrZXIncyB0aXRsZSAtLT4NCgkJPHVpdGV4dCBuYW1lPSJCSU9XSU5fVElUTEUiIHZhbHVlPSLntYzmrbQgOiAlcCIvPg0KCQk8dWl0ZXh0IG5hbWU9IkJJT0JUTl9USVRMRSIgdmFsdWU9Iue1jOattCIvPg0KCQk8dWl0ZXh0IG5hbWU9IkRJVklERVJCVE5fVElUTEUiIHZhbHVlPSJ8Ii8+DQoJCTx1aXRleHQgbmFtZT0iQ09OVEFDVEJUTl9USVRMRSIgdmFsdWU9IuOBiuWVj+OBhOWQiOOCj+OBmyIvPg0KCQk8dWl0ZXh0IG5hbWU9IlRBQl9RVUlaIiB2YWx1ZT0i44Kv44Kk44K6Ii8+DQoJCTx1aXRleHQgbmFtZT0iVEFCX09VVExJTkUiIHZhbHVlPSLjgqLjgqbjg4jjg6njgqTjg7MiLz4NCgkJPHVpdGV4dCBuYW1lPSJUQUJfVEhVTUIiIHZhbHVlPSLjgrXjg6Djg43jg7zjg6siLz4NCgkJPHVpdGV4dCBuYW1lPSJUQUJfTk9URVMiIHZhbHVlPSLjg47jg7zjg4giLz4NCgkJPHVpdGV4dCBuYW1lPSJUQUJfU0VBUkNIIiB2YWx1ZT0i5qSc57SiIi8+DQoJCTx1aXRleHQgbmFtZT0iU0xJREVfSEVBRElORyIgdmFsdWU9IuOCueODqeOCpOODieOCv+OCpOODiOODqyIvPg0KCQk8dWl0ZXh0IG5hbWU9IkRVUkFUSU9OX0hFQURJTkciIHZhbHVlPSLplbfjgZUiLz4NCgkJPHVpdGV4dCBuYW1lPSJTRUFSQ0hfSEVBRElORyIgdmFsdWU9IuaknOe0ouOBmeOCi+ODhuOCreOCueODiCA6ICIvPg0KCQk8dWl0ZXh0IG5hbWU9IlRIVU1CX0hFQURJTkciIHZhbHVlPSLjgrnjg6njgqTjg4kiLz4NCgkJPHVpdGV4dCBuYW1lPSJUSFVNQl9JTkZPIiB2YWx1ZT0i44K544Op44Kk44OJ44K/44Kk44OI44OrIC8g6ZW344GVIi8+DQoJCTx1aXRleHQgbmFtZT0iQVRUQUNITkFNRV9IRUFESU5HIiB2YWx1ZT0i44OV44Kh44Kk44Or5ZCNIi8+DQoJCTx1aXRleHQgbmFtZT0iQVRUQUNIU0laRV9IRUFESU5HIiB2YWx1ZT0i44K144Kk44K6Ii8+DQoJCTx1aXRleHQgbmFtZT0iU0xJREVfTk9URVMiIHZhbHVlPSLjgrnjg6njgqTjg4njg47jg7zjg4giLz4NCgkJPCEtLXF1aXogcG9kIGFuZCBtZXNzYWdlIGJveCB0ZXh0cy0tPg0KCQk8dWl0ZXh0IG5hbWU9IlFVSVpQT0RfUVVJWl9BVFRFTVBUIiB2YWx1ZT0i44Kv44Kk44K66Kmm6KGM5Zue5pWwIDogIi8+DQoJCTx1aXRleHQgbmFtZT0iUVVJWlBPRF9RVUlaX0FUVEVNUFRfVkFMVUUiIHZhbHVlPSIlbiAvICV0Ii8+DQoJCTx1aXRleHQgbmFtZT0iUVVJWlBPRF9RVUlaX1NDT1JFIiB2YWx1ZT0i44K544Kz44KiIDogIi8+DQoJCTx1aXRleHQgbmFtZT0iUVVJWlBPRF9RVUlaX1BBU1NTQ09SRSIgdmFsdWU9IuWQiOagvOeCuSA6Ii8+DQoJCTx1aXRleHQgbmFtZT0iUVVJWlBPRF9RVUlaX01BWFNDT1JFIiB2YWx1ZT0i5pyA6auY5b6X54K5IDogIi8+DQoJCTx1aXRleHQgbmFtZT0iUVVJWlBPRF9RVUVTQVRNUFRfU1RSIiB2YWx1ZT0i6Kmm6KGM5Zue5pWwIDogJW4gLyAldCIvPg0KCQk8dWl0ZXh0IG5hbWU9IlFVSVpQT0RfUVVFU1RZUEVfU1RSIiB2YWx1ZT0i44K/44Kk44OXIDogJXMiLz4NCgkJPHVpdGV4dCBuYW1lPSJRVUlaUE9EX1FVRVNUWVBFX0dSRCIgdmFsdWU9IuipleS+oSIvPg0KCQk8dWl0ZXh0IG5hbWU9IlFVSVpQT0RfUVVFU1RZUEVfU1ZZIiB2YWx1ZT0i44Ki44Oz44Kx44O844OIIi8+DQoJCTx1aXRleHQgbmFtZT0iUVVJWlBPRF9RVUlaQVRNUFRfSU5GIiB2YWx1ZT0i54Sh5Yi26ZmQIi8+DQoJCTx1aXRleHQgbmFtZT0iUVVJWlBPRF9RVUVTQVRNUFRfSU5GIiB2YWx1ZT0i54Sh5Yi26ZmQIi8+DQoJCTx1aXRleHQgbmFtZT0iV0FSTklOR01TR19ZRVNTVFJJTkciIHZhbHVlPSLjga/jgYQiLz4NCgkJPHVpdGV4dCBuYW1lPSJXQVJOSU5HTVNHX05PU1RSSU5HIiB2YWx1ZT0i44GE44GE44GIIi8+DQoJCTx1aXRleHQgbmFtZT0iV0FSTklOR01TR19USVRMRVNUUklORyIgdmFsdWU9IuOCr+OCpOOCuuOBruODiuODk+OCsuODvOOCt+ODp+ODs+OBq+mWouOBmeOCi+itpuWRiiIvPg0KCQk8dWl0ZXh0IG5hbWU9IldBUk5JTkdNU0dfTVNHU1RSSU5HIiB2YWx1ZT0i44GT44Gu44Kv44Kk44K644Gr44Gv44CB44G+44Gg6Kej562U44GX44Gm44GE44Gq44GE6LOq5ZWP44GM44GC44KK44G+44GZ44CCJiN4QTsmI3hBOyDjgq/jgqTjgrrjgpLntYLkuobjgZnjgovjgavjga/jgIHjgIzjga/jgYTjgI3jgpLjgq/jg6rjg4Pjgq/jgZfjgb7jgZnjgILjgq/jgqTjgrrjgpLntprooYzjgZnjgovjgavjga/jgIHjgIzjgYTjgYTjgYjjgI3jgpLjgq/jg6rjg4Pjgq/jgZfjgb7jgZnjgIIiLz4NCgkJPHVpdGV4dCBuYW1lPSJJTkZPUk1BVElPTl9IMjY0X0ZMQVNIUExBWUVSIiB2YWx1ZT0i44GK5L2/44GE44Gu44Kz44Oz44OU44Ol44O844K/44Gr54++5Zyo44Kk44Oz44K544OI44O844Or44GV44KM44Gm44GE44KLIEZsYXNoIFBsYXllciDjga7jg5Djg7zjgrjjg6fjg7Pjga/jgIHjgZPjga7jg5Pjg4fjgqrjgpLjgrXjg53jg7zjg4jjgZfjgabjgYTjgb7jgZvjgpPjgILmnIDmlrDjga4gRmxhc2ggUGxheWVyIOOCkuODgOOCpuODs+ODreODvOODieOBmeOCi+OBq+OBr+OAgeODk+ODh+OCqumgmOWfn+OCkuOCr+ODquODg+OCr+OBl+OBpuOBj+OBoOOBleOBhO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jgrXjgqTjg4njg5Djg7zjgpLlj4LliqDogIXjgavopovjgZvjgosiLz4NCgkJPHVpdGV4dCBuYW1lPSJNVVRFIiB2YWx1ZT0i44Of44Ol44O844OIIi8+DQoJCTx1aXRleHQgbmFtZT0iRE9DV1JBUF9USVRMRSIgdmFsdWU9IlByZXNlbnRlciDmt7vku5jjg5XjgqHjgqTjg6siLz4NCgkJPHVpdGV4dCBuYW1lPSJET0NXUkFQX01TRyIgdmFsdWU9IuODnuOCpOOCs+ODs+ODlOODpeODvOOCv+OBq+S/neWtmCIvPg0KCQk8dWl0ZXh0IG5hbWU9IkRPQ1dSQVBfUFJPTVBUIiB2YWx1ZT0i44Kv44Oq44OD44Kv44GX44Gm44OA44Km44Oz44Ot44O844OJIi8+DQoJPC9sYW5ndWFnZT4NCgk8bGFuZ3VhZ2UgaWQ9Imtv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lNpbGVuY2lhci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DQoJCTx1aXRleHQgbmFtZT0iUVVJWlBPRF9RVUVTVFlQRV9TVFIiIHZhbHVlPSJUaXBvOiAlcyIvPg0KCQk8dWl0ZXh0IG5hbWU9IlFVSVpQT0RfUVVFU1RZUEVfR1JEIiB2YWx1ZT0iQ29uIHZhbHV0YXppb25lIi8+DQoJCTx1aXRleHQgbmFtZT0iUVVJWlBPRF9RVUVTVFlQRV9TVlkiIHZhbHVlPSJJbmRhZ2luZSIvPg0KCQk8dWl0ZXh0IG5hbWU9IlFVSVpQT0RfUVVJWkFUTVBUX0lORiIgdmFsdWU9IkluZmluaXRpIi8+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DQoJCTx1aXRleHQgbmFtZT0iRE9DV1JBUF9USVRMRSIgdmFsdWU9IkFsbGVnYXRvIGZpbGUgUHJlc2VudGVyIi8+DQoJCTx1aXRleHQgbmFtZT0iRE9DV1JBUF9NU0ciIHZhbHVlPSJTYWx2YSBpbiBSaXNvcnNlIGRlbCBjb21wdXRlciIvPg0KCQk8dWl0ZXh0IG5hbWU9IkRPQ1dSQVBfUFJPTVBUIiB2YWx1ZT0iQ2xpYyBwZXIgc2NhcmljYXJlIi8+DQoJPC9sYW5ndWFnZT4NCgk8bGFuZ3VhZ2UgaWQ9Im5s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DQoJCTx1aXRleHQgbmFtZT0iU0NSVUJCQVJTVEFUVVNfVklEUExBWUlORyIgdmFsdWU9IlZpZGVvIGFmc3BlbGVuIi8+DQoJCTx1aXRleHQgbmFtZT0iU0NSVUJCQVJTVEFUVVNfTE9BRElORyIgdmFsdWU9IkxhZGVuIi8+DQoJCTx1aXRleHQgbmFtZT0iU0NSVUJCQVJTVEFUVVNfQlVGRkVSSU5HIiB2YWx1ZT0iQnVmZmVyZW4iLz4NCgkJPHVpdGV4dCBuYW1lPSJTQ1JVQkJBUlNUQVRVU19RVUVTVElPTiIgdmFsdWU9IlZyYWFnIG1ldCBhbnR3b29yZCIvPg0KCQk8dWl0ZXh0IG5hbWU9IlNDUlVCQkFSU1RBVFVTX1JFVklFV1FVSVoiIHZhbHVlPSJRdWl6IGNvbnRyb2xlcmVuIi8+DQoJCTwhLS0gc3Vic3RpdHV0aW9uOiAlbSA9PSBtaW51dGVzIHJlbWFpbmluZyAtLT4NCgkJPCEtLSBzdWJzdGl0dXRpb246ICVzID09IHNlY29uZHMgcmVtYWluaW5nIC0tPg0KCQk8dWl0ZXh0IG5hbWU9IkVMQVBTRUQiIHZhbHVlPSJFciByZXN0ZXJlbiAlbSBtaW51dGVuICVzIHNlY29uZGVuIi8+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DQoJCTx1aXRleHQgbmFtZT0iVEFCX1FVSVoiIHZhbHVlPSJRdWl6Ii8+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DQoJCTx1aXRleHQgbmFtZT0iU0VBUkNIX0hFQURJTkciIHZhbHVlPSJab2VrZW4gbmFhciB0ZWtzdDoiLz4NCgkJPHVpdGV4dCBuYW1lPSJUSFVNQl9IRUFESU5HIiB2YWx1ZT0iRGlhIi8+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8L2NvbmZpZ3VyYXRpb24+DQo="/>
  <p:tag name="MMPROD_UIDATA" val="&lt;database version=&quot;7.0&quot;&gt;&lt;object type=&quot;1&quot; unique_id=&quot;10001&quot;&gt;&lt;property id=&quot;20141&quot; value=&quot;Test&quot;/&gt;&lt;property id=&quot;20144&quot; value=&quot;0&quot;/&gt;&lt;property id=&quot;20146&quot; value=&quot;0&quot;/&gt;&lt;property id=&quot;20147&quot; value=&quot;0&quot;/&gt;&lt;property id=&quot;20148&quot; value=&quot;0&quot;/&gt;&lt;property id=&quot;20180&quot; value=&quot;1&quot;/&gt;&lt;property id=&quot;20181&quot; value=&quot;1祡䘌໴챐ຸᄸ&quot;/&gt;&lt;property id=&quot;20182&quot; value=&quot;0&quot;/&gt;&lt;property id=&quot;20183&quot; value=&quot;1&quot;/&gt;&lt;property id=&quot;20184&quot; value=&quot;7&quot;/&gt;&lt;property id=&quot;20191&quot; value=&quot;McGill&quot;/&gt;&lt;property id=&quot;20192&quot; value=&quot;https://connect.mcgill.ca&quot;/&gt;&lt;property id=&quot;20193&quot; value=&quot;0&quot;/&gt;&lt;property id=&quot;20224&quot; value=&quot;C:\Users\jremil3.CAMPUS\Desktop\Untitled&quot;/&gt;&lt;property id=&quot;20226&quot; value=&quot;C:\Users\jremil3.CAMPUS\Documents\Test.pptx&quot;/&gt;&lt;property id=&quot;20250&quot; value=&quot;0&quot;/&gt;&lt;property id=&quot;20251&quot; value=&quot;0&quot;/&gt;&lt;property id=&quot;20259&quot; value=&quot;0&quot;/&gt;&lt;object type=&quot;8&quot; unique_id=&quot;10002&quot;&gt;&lt;/object&gt;&lt;object type=&quot;2&quot; unique_id=&quot;10003&quot;&gt;&lt;object type=&quot;3&quot; unique_id=&quot;10004&quot;&gt;&lt;property id=&quot;20148&quot; value=&quot;5&quot;/&gt;&lt;property id=&quot;20300&quot; value=&quot;Slide 1&quot;/&gt;&lt;property id=&quot;20302&quot; value=&quot;1&quot;/&gt;&lt;property id=&quot;20303&quot; value=&quot;-1&quot;/&gt;&lt;property id=&quot;20307&quot; value=&quot;256&quot;/&gt;&lt;property id=&quot;20309&quot; value=&quot;-1&quot;/&gt;&lt;/object&gt;&lt;/object&gt;&lt;object type=&quot;4&quot; unique_id=&quot;10282&quot;&gt;&lt;/object&gt;&lt;object type=&quot;10&quot; unique_id=&quot;10313&quot;&gt;&lt;object type=&quot;11&quot; unique_id=&quot;10314&quot;&gt;&lt;property id=&quot;20180&quot; value=&quot;1&quot;/&gt;&lt;property id=&quot;20181&quot; value=&quot;1祡䘌໴챐ຸᄸ&quot;/&gt;&lt;property id=&quot;20182&quot; value=&quot;0&quot;/&gt;&lt;property id=&quot;20183&quot; value=&quot;1&quot;/&gt;&lt;/object&gt;&lt;object type=&quot;12&quot; unique_id=&quot;10315&quot;&gt;&lt;/object&gt;&lt;/object&gt;&lt;/object&gt;&lt;/database&gt;"/>
  <p:tag name="SECTOMILLISECCONVERTED" val="1"/>
  <p:tag name="ARTICULATE_DESIGN_ID_3_BODY SLIDES" val="KxQTgtwD"/>
  <p:tag name="ARTICULATE_DESIGN_ID_SCS_INSTRUCTOR_TEMPLATE_FINAL_11JUL12" val="WjYDd5jC"/>
  <p:tag name="ARTICULATE_DESIGN_ID_2_COURSE INTRODUCTION SECTION SLIDES" val="2oyRvmTz"/>
  <p:tag name="ARTICULATE_DESIGN_ID_6_END SLIDE" val="e5N5rkiO"/>
  <p:tag name="ARTICULATE_DESIGN_ID_5_SUMMARY SLIDES" val="0yFMtatE"/>
  <p:tag name="ARTICULATE_DESIGN_ID_4_ACTIVITY SLIDES" val="3IO17py5"/>
  <p:tag name="ARTICULATE_SLIDE_COUNT" val="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3_Body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S_Instructor_Template_JAN-2016_01.potx" id="{B171CE54-E0B3-48DE-B5A6-CB6B870F1157}" vid="{F7B45810-D9B3-47F4-BC11-88D54CF40A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9879ED8B4619441B91687DCDA02DA39" ma:contentTypeVersion="4" ma:contentTypeDescription="Create a new document." ma:contentTypeScope="" ma:versionID="e9f6abe488ccb30ede1a22ac04af6b8b">
  <xsd:schema xmlns:xsd="http://www.w3.org/2001/XMLSchema" xmlns:xs="http://www.w3.org/2001/XMLSchema" xmlns:p="http://schemas.microsoft.com/office/2006/metadata/properties" xmlns:ns2="21d99a6e-e1bc-4d91-b097-03191ed450e9" targetNamespace="http://schemas.microsoft.com/office/2006/metadata/properties" ma:root="true" ma:fieldsID="3456e5b705d00c9872288845cb9a19d4" ns2:_="">
    <xsd:import namespace="21d99a6e-e1bc-4d91-b097-03191ed450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d99a6e-e1bc-4d91-b097-03191ed450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C04534-A83D-479B-A773-C2FB7E41A064}">
  <ds:schemaRef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 ds:uri="http://purl.org/dc/elements/1.1/"/>
    <ds:schemaRef ds:uri="21d99a6e-e1bc-4d91-b097-03191ed450e9"/>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A0BA5FBB-BEFA-40C8-AB09-02D91EDF4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d99a6e-e1bc-4d91-b097-03191ed450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E3EF9B-59AC-447C-85F7-757DD6B34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SCS_Instructor_Template_JAN-2016_final (002)</Template>
  <TotalTime>11174</TotalTime>
  <Words>1244</Words>
  <Application>Microsoft Office PowerPoint</Application>
  <PresentationFormat>Widescreen</PresentationFormat>
  <Paragraphs>171</Paragraphs>
  <Slides>29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Britannic Bold</vt:lpstr>
      <vt:lpstr>Calibri</vt:lpstr>
      <vt:lpstr>Verdana</vt:lpstr>
      <vt:lpstr>Wingdings</vt:lpstr>
      <vt:lpstr>3_Body Slides</vt:lpstr>
      <vt:lpstr>Information System Security CMIS 422 Managing Incidents Module 11   Mona Taghavi</vt:lpstr>
      <vt:lpstr>Session Overview</vt:lpstr>
      <vt:lpstr>Security Plan</vt:lpstr>
      <vt:lpstr>Security Policy</vt:lpstr>
      <vt:lpstr>Assessment of Current Security Status</vt:lpstr>
      <vt:lpstr>Security Requirements</vt:lpstr>
      <vt:lpstr>Inputs to the Security Plan</vt:lpstr>
      <vt:lpstr>Business Continuity Planning</vt:lpstr>
      <vt:lpstr>Continuity Planning Activities</vt:lpstr>
      <vt:lpstr>Incident Response Plans</vt:lpstr>
      <vt:lpstr>CSIRTs</vt:lpstr>
      <vt:lpstr>CSIRTs</vt:lpstr>
      <vt:lpstr>Risk Analysis</vt:lpstr>
      <vt:lpstr>Risk Characteristics</vt:lpstr>
      <vt:lpstr>Risk Dealing Strategies</vt:lpstr>
      <vt:lpstr>Risk Analysis</vt:lpstr>
      <vt:lpstr>Steps of a Risk Analysis</vt:lpstr>
      <vt:lpstr>Step 1: Identify Assets</vt:lpstr>
      <vt:lpstr>Step 2: Determine Vulnerabilities</vt:lpstr>
      <vt:lpstr>Step 2: Determine Vulnerabilities</vt:lpstr>
      <vt:lpstr>Step 3: Estimate Likelihood of Exploitation</vt:lpstr>
      <vt:lpstr>Step 4: Compute Expected Loss</vt:lpstr>
      <vt:lpstr>Step 5: Survey and Select New Controls</vt:lpstr>
      <vt:lpstr>Step 6: Project Costs and Savings</vt:lpstr>
      <vt:lpstr>Step 6: Project Costs and Savings</vt:lpstr>
      <vt:lpstr>Natural Disasters</vt:lpstr>
      <vt:lpstr>Natural Disasters</vt:lpstr>
      <vt:lpstr>Contingency Planning</vt:lpstr>
      <vt:lpstr>Session Summary</vt:lpstr>
    </vt:vector>
  </TitlesOfParts>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Denise Quildon, Ms.</dc:creator>
  <cp:lastModifiedBy>M</cp:lastModifiedBy>
  <cp:revision>79</cp:revision>
  <dcterms:created xsi:type="dcterms:W3CDTF">2016-01-22T14:51:00Z</dcterms:created>
  <dcterms:modified xsi:type="dcterms:W3CDTF">2024-11-25T17:10:54Z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0x01010059879ED8B4619441B91687DCDA02DA39</vt:lpwstr>
  </property>
  <property fmtid="{D5CDD505-2E9C-101B-9397-08002B2CF9AE}" pid="3" name="_dlc_DocIdItemGuid">
    <vt:lpwstr>7854b057-4ebf-435b-8657-63acaf55ccdc</vt:lpwstr>
  </property>
  <property fmtid="{D5CDD505-2E9C-101B-9397-08002B2CF9AE}" pid="4" name="ArticulateGUID">
    <vt:lpwstr>A7BECAEB-F12F-46DD-80CA-4A5D3808AE7C</vt:lpwstr>
  </property>
  <property fmtid="{D5CDD505-2E9C-101B-9397-08002B2CF9AE}" pid="5" name="ArticulatePath">
    <vt:lpwstr>CPD_Template_2019</vt:lpwstr>
  </property>
  <property fmtid="{D5CDD505-2E9C-101B-9397-08002B2CF9AE}" pid="6" name="xd_Signature">
    <vt:bool>false</vt:bool>
  </property>
  <property fmtid="{D5CDD505-2E9C-101B-9397-08002B2CF9AE}" pid="7" name="xd_ProgID">
    <vt:lpwstr/>
  </property>
  <property fmtid="{D5CDD505-2E9C-101B-9397-08002B2CF9AE}" pid="8" name="TemplateUrl">
    <vt:lpwstr/>
  </property>
  <property fmtid="{D5CDD505-2E9C-101B-9397-08002B2CF9AE}" pid="9" name="ComplianceAssetId">
    <vt:lpwstr/>
  </property>
</Properties>
</file>